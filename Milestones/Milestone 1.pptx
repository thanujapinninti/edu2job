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6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07" r:id="rId55"/>
    <p:sldId id="308" r:id="rId56"/>
    <p:sldId id="309" r:id="rId57"/>
    <p:sldId id="310" r:id="rId58"/>
    <p:sldId id="311" r:id="rId59"/>
    <p:sldId id="320" r:id="rId60"/>
    <p:sldId id="321" r:id="rId61"/>
    <p:sldId id="322" r:id="rId62"/>
    <p:sldId id="300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0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0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03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04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05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Yuvaraj" userId="c9a9934f14c5a20d" providerId="LiveId" clId="{9D138E8F-448E-4B68-9B20-929C3F7066AC}"/>
    <pc:docChg chg="undo custSel addSld delSld modSld">
      <pc:chgData name="Pavithra Yuvaraj" userId="c9a9934f14c5a20d" providerId="LiveId" clId="{9D138E8F-448E-4B68-9B20-929C3F7066AC}" dt="2025-11-15T17:16:27.846" v="522" actId="20577"/>
      <pc:docMkLst>
        <pc:docMk/>
      </pc:docMkLst>
      <pc:sldChg chg="modSp mod">
        <pc:chgData name="Pavithra Yuvaraj" userId="c9a9934f14c5a20d" providerId="LiveId" clId="{9D138E8F-448E-4B68-9B20-929C3F7066AC}" dt="2025-11-14T14:06:44.153" v="33" actId="1036"/>
        <pc:sldMkLst>
          <pc:docMk/>
          <pc:sldMk cId="4114870732" sldId="295"/>
        </pc:sldMkLst>
        <pc:spChg chg="mod">
          <ac:chgData name="Pavithra Yuvaraj" userId="c9a9934f14c5a20d" providerId="LiveId" clId="{9D138E8F-448E-4B68-9B20-929C3F7066AC}" dt="2025-11-14T14:06:44.153" v="33" actId="1036"/>
          <ac:spMkLst>
            <pc:docMk/>
            <pc:sldMk cId="4114870732" sldId="295"/>
            <ac:spMk id="3" creationId="{BA841B39-5156-6770-7DD7-063F22714D24}"/>
          </ac:spMkLst>
        </pc:spChg>
      </pc:sldChg>
      <pc:sldChg chg="addSp new mod">
        <pc:chgData name="Pavithra Yuvaraj" userId="c9a9934f14c5a20d" providerId="LiveId" clId="{9D138E8F-448E-4B68-9B20-929C3F7066AC}" dt="2025-11-15T16:05:53.853" v="35" actId="22"/>
        <pc:sldMkLst>
          <pc:docMk/>
          <pc:sldMk cId="2626997585" sldId="306"/>
        </pc:sldMkLst>
        <pc:spChg chg="add">
          <ac:chgData name="Pavithra Yuvaraj" userId="c9a9934f14c5a20d" providerId="LiveId" clId="{9D138E8F-448E-4B68-9B20-929C3F7066AC}" dt="2025-11-15T16:05:53.853" v="35" actId="22"/>
          <ac:spMkLst>
            <pc:docMk/>
            <pc:sldMk cId="2626997585" sldId="306"/>
            <ac:spMk id="3" creationId="{5322204E-CF89-ECE0-EE89-D024E96A963D}"/>
          </ac:spMkLst>
        </pc:spChg>
      </pc:sldChg>
      <pc:sldChg chg="addSp new mod">
        <pc:chgData name="Pavithra Yuvaraj" userId="c9a9934f14c5a20d" providerId="LiveId" clId="{9D138E8F-448E-4B68-9B20-929C3F7066AC}" dt="2025-11-15T16:06:19.065" v="37" actId="22"/>
        <pc:sldMkLst>
          <pc:docMk/>
          <pc:sldMk cId="759532048" sldId="307"/>
        </pc:sldMkLst>
        <pc:spChg chg="add">
          <ac:chgData name="Pavithra Yuvaraj" userId="c9a9934f14c5a20d" providerId="LiveId" clId="{9D138E8F-448E-4B68-9B20-929C3F7066AC}" dt="2025-11-15T16:06:19.065" v="37" actId="22"/>
          <ac:spMkLst>
            <pc:docMk/>
            <pc:sldMk cId="759532048" sldId="307"/>
            <ac:spMk id="3" creationId="{41DBB3F8-5650-64CF-45D0-A14B8F8EC89C}"/>
          </ac:spMkLst>
        </pc:spChg>
      </pc:sldChg>
      <pc:sldChg chg="addSp modSp new mod">
        <pc:chgData name="Pavithra Yuvaraj" userId="c9a9934f14c5a20d" providerId="LiveId" clId="{9D138E8F-448E-4B68-9B20-929C3F7066AC}" dt="2025-11-15T16:06:58.297" v="52" actId="20577"/>
        <pc:sldMkLst>
          <pc:docMk/>
          <pc:sldMk cId="222884152" sldId="308"/>
        </pc:sldMkLst>
        <pc:spChg chg="add mod">
          <ac:chgData name="Pavithra Yuvaraj" userId="c9a9934f14c5a20d" providerId="LiveId" clId="{9D138E8F-448E-4B68-9B20-929C3F7066AC}" dt="2025-11-15T16:06:58.297" v="52" actId="20577"/>
          <ac:spMkLst>
            <pc:docMk/>
            <pc:sldMk cId="222884152" sldId="308"/>
            <ac:spMk id="3" creationId="{578E636B-36B3-3885-7000-EA6E2A695493}"/>
          </ac:spMkLst>
        </pc:spChg>
      </pc:sldChg>
      <pc:sldChg chg="addSp new mod">
        <pc:chgData name="Pavithra Yuvaraj" userId="c9a9934f14c5a20d" providerId="LiveId" clId="{9D138E8F-448E-4B68-9B20-929C3F7066AC}" dt="2025-11-15T16:07:19.661" v="53" actId="22"/>
        <pc:sldMkLst>
          <pc:docMk/>
          <pc:sldMk cId="2473987574" sldId="309"/>
        </pc:sldMkLst>
        <pc:spChg chg="add">
          <ac:chgData name="Pavithra Yuvaraj" userId="c9a9934f14c5a20d" providerId="LiveId" clId="{9D138E8F-448E-4B68-9B20-929C3F7066AC}" dt="2025-11-15T16:07:19.661" v="53" actId="22"/>
          <ac:spMkLst>
            <pc:docMk/>
            <pc:sldMk cId="2473987574" sldId="309"/>
            <ac:spMk id="3" creationId="{B24AD7DD-0346-9BDE-41BA-D4258D513700}"/>
          </ac:spMkLst>
        </pc:spChg>
      </pc:sldChg>
      <pc:sldChg chg="addSp modSp new mod">
        <pc:chgData name="Pavithra Yuvaraj" userId="c9a9934f14c5a20d" providerId="LiveId" clId="{9D138E8F-448E-4B68-9B20-929C3F7066AC}" dt="2025-11-15T16:07:53.579" v="96" actId="1036"/>
        <pc:sldMkLst>
          <pc:docMk/>
          <pc:sldMk cId="1702186702" sldId="310"/>
        </pc:sldMkLst>
        <pc:spChg chg="add mod">
          <ac:chgData name="Pavithra Yuvaraj" userId="c9a9934f14c5a20d" providerId="LiveId" clId="{9D138E8F-448E-4B68-9B20-929C3F7066AC}" dt="2025-11-15T16:07:53.579" v="96" actId="1036"/>
          <ac:spMkLst>
            <pc:docMk/>
            <pc:sldMk cId="1702186702" sldId="310"/>
            <ac:spMk id="3" creationId="{F4FC8E2B-A227-7D7E-D1BD-A3CB155481A8}"/>
          </ac:spMkLst>
        </pc:spChg>
      </pc:sldChg>
      <pc:sldChg chg="addSp new mod">
        <pc:chgData name="Pavithra Yuvaraj" userId="c9a9934f14c5a20d" providerId="LiveId" clId="{9D138E8F-448E-4B68-9B20-929C3F7066AC}" dt="2025-11-15T16:08:11.384" v="98" actId="22"/>
        <pc:sldMkLst>
          <pc:docMk/>
          <pc:sldMk cId="679683427" sldId="311"/>
        </pc:sldMkLst>
        <pc:spChg chg="add">
          <ac:chgData name="Pavithra Yuvaraj" userId="c9a9934f14c5a20d" providerId="LiveId" clId="{9D138E8F-448E-4B68-9B20-929C3F7066AC}" dt="2025-11-15T16:08:11.384" v="98" actId="22"/>
          <ac:spMkLst>
            <pc:docMk/>
            <pc:sldMk cId="679683427" sldId="311"/>
            <ac:spMk id="3" creationId="{00F64315-857D-817B-C4A8-9B704883827F}"/>
          </ac:spMkLst>
        </pc:spChg>
      </pc:sldChg>
      <pc:sldChg chg="addSp new mod">
        <pc:chgData name="Pavithra Yuvaraj" userId="c9a9934f14c5a20d" providerId="LiveId" clId="{9D138E8F-448E-4B68-9B20-929C3F7066AC}" dt="2025-11-15T16:09:01.703" v="100" actId="22"/>
        <pc:sldMkLst>
          <pc:docMk/>
          <pc:sldMk cId="2460320847" sldId="312"/>
        </pc:sldMkLst>
        <pc:spChg chg="add">
          <ac:chgData name="Pavithra Yuvaraj" userId="c9a9934f14c5a20d" providerId="LiveId" clId="{9D138E8F-448E-4B68-9B20-929C3F7066AC}" dt="2025-11-15T16:09:01.703" v="100" actId="22"/>
          <ac:spMkLst>
            <pc:docMk/>
            <pc:sldMk cId="2460320847" sldId="312"/>
            <ac:spMk id="3" creationId="{5B393476-CD02-0B5C-C66A-444FBA4CA850}"/>
          </ac:spMkLst>
        </pc:spChg>
      </pc:sldChg>
      <pc:sldChg chg="addSp new mod">
        <pc:chgData name="Pavithra Yuvaraj" userId="c9a9934f14c5a20d" providerId="LiveId" clId="{9D138E8F-448E-4B68-9B20-929C3F7066AC}" dt="2025-11-15T16:09:24.052" v="102" actId="22"/>
        <pc:sldMkLst>
          <pc:docMk/>
          <pc:sldMk cId="2765983434" sldId="313"/>
        </pc:sldMkLst>
        <pc:spChg chg="add">
          <ac:chgData name="Pavithra Yuvaraj" userId="c9a9934f14c5a20d" providerId="LiveId" clId="{9D138E8F-448E-4B68-9B20-929C3F7066AC}" dt="2025-11-15T16:09:24.052" v="102" actId="22"/>
          <ac:spMkLst>
            <pc:docMk/>
            <pc:sldMk cId="2765983434" sldId="313"/>
            <ac:spMk id="3" creationId="{20AA7E5F-F27F-0C2E-9BD9-1ECC0B81615B}"/>
          </ac:spMkLst>
        </pc:spChg>
      </pc:sldChg>
      <pc:sldChg chg="addSp new mod">
        <pc:chgData name="Pavithra Yuvaraj" userId="c9a9934f14c5a20d" providerId="LiveId" clId="{9D138E8F-448E-4B68-9B20-929C3F7066AC}" dt="2025-11-15T16:09:43.850" v="104" actId="22"/>
        <pc:sldMkLst>
          <pc:docMk/>
          <pc:sldMk cId="2607275849" sldId="314"/>
        </pc:sldMkLst>
        <pc:picChg chg="add">
          <ac:chgData name="Pavithra Yuvaraj" userId="c9a9934f14c5a20d" providerId="LiveId" clId="{9D138E8F-448E-4B68-9B20-929C3F7066AC}" dt="2025-11-15T16:09:43.850" v="104" actId="22"/>
          <ac:picMkLst>
            <pc:docMk/>
            <pc:sldMk cId="2607275849" sldId="314"/>
            <ac:picMk id="3" creationId="{FA0BDCFE-6569-1046-114A-3A3230B30D2F}"/>
          </ac:picMkLst>
        </pc:picChg>
      </pc:sldChg>
      <pc:sldChg chg="addSp new mod">
        <pc:chgData name="Pavithra Yuvaraj" userId="c9a9934f14c5a20d" providerId="LiveId" clId="{9D138E8F-448E-4B68-9B20-929C3F7066AC}" dt="2025-11-15T16:10:12.692" v="106" actId="22"/>
        <pc:sldMkLst>
          <pc:docMk/>
          <pc:sldMk cId="417074568" sldId="315"/>
        </pc:sldMkLst>
        <pc:spChg chg="add">
          <ac:chgData name="Pavithra Yuvaraj" userId="c9a9934f14c5a20d" providerId="LiveId" clId="{9D138E8F-448E-4B68-9B20-929C3F7066AC}" dt="2025-11-15T16:10:12.692" v="106" actId="22"/>
          <ac:spMkLst>
            <pc:docMk/>
            <pc:sldMk cId="417074568" sldId="315"/>
            <ac:spMk id="3" creationId="{A237389D-2F09-D5DB-96AE-E92DD05F21C3}"/>
          </ac:spMkLst>
        </pc:spChg>
      </pc:sldChg>
      <pc:sldChg chg="addSp new mod">
        <pc:chgData name="Pavithra Yuvaraj" userId="c9a9934f14c5a20d" providerId="LiveId" clId="{9D138E8F-448E-4B68-9B20-929C3F7066AC}" dt="2025-11-15T16:10:29.567" v="108" actId="22"/>
        <pc:sldMkLst>
          <pc:docMk/>
          <pc:sldMk cId="3037590985" sldId="316"/>
        </pc:sldMkLst>
        <pc:spChg chg="add">
          <ac:chgData name="Pavithra Yuvaraj" userId="c9a9934f14c5a20d" providerId="LiveId" clId="{9D138E8F-448E-4B68-9B20-929C3F7066AC}" dt="2025-11-15T16:10:29.567" v="108" actId="22"/>
          <ac:spMkLst>
            <pc:docMk/>
            <pc:sldMk cId="3037590985" sldId="316"/>
            <ac:spMk id="3" creationId="{A6818510-CB59-CD01-E6BC-36BAC3BA069B}"/>
          </ac:spMkLst>
        </pc:spChg>
      </pc:sldChg>
      <pc:sldChg chg="addSp new mod">
        <pc:chgData name="Pavithra Yuvaraj" userId="c9a9934f14c5a20d" providerId="LiveId" clId="{9D138E8F-448E-4B68-9B20-929C3F7066AC}" dt="2025-11-15T16:10:44.201" v="110" actId="22"/>
        <pc:sldMkLst>
          <pc:docMk/>
          <pc:sldMk cId="3814903743" sldId="317"/>
        </pc:sldMkLst>
        <pc:spChg chg="add">
          <ac:chgData name="Pavithra Yuvaraj" userId="c9a9934f14c5a20d" providerId="LiveId" clId="{9D138E8F-448E-4B68-9B20-929C3F7066AC}" dt="2025-11-15T16:10:44.201" v="110" actId="22"/>
          <ac:spMkLst>
            <pc:docMk/>
            <pc:sldMk cId="3814903743" sldId="317"/>
            <ac:spMk id="3" creationId="{AF8F56CF-0638-071C-62D2-99CAA5566645}"/>
          </ac:spMkLst>
        </pc:spChg>
      </pc:sldChg>
      <pc:sldChg chg="addSp new mod">
        <pc:chgData name="Pavithra Yuvaraj" userId="c9a9934f14c5a20d" providerId="LiveId" clId="{9D138E8F-448E-4B68-9B20-929C3F7066AC}" dt="2025-11-15T16:11:00.800" v="112" actId="22"/>
        <pc:sldMkLst>
          <pc:docMk/>
          <pc:sldMk cId="1097848991" sldId="318"/>
        </pc:sldMkLst>
        <pc:spChg chg="add">
          <ac:chgData name="Pavithra Yuvaraj" userId="c9a9934f14c5a20d" providerId="LiveId" clId="{9D138E8F-448E-4B68-9B20-929C3F7066AC}" dt="2025-11-15T16:11:00.800" v="112" actId="22"/>
          <ac:spMkLst>
            <pc:docMk/>
            <pc:sldMk cId="1097848991" sldId="318"/>
            <ac:spMk id="3" creationId="{A11285AB-CF14-0B29-AE16-003BEA9704BE}"/>
          </ac:spMkLst>
        </pc:spChg>
      </pc:sldChg>
      <pc:sldChg chg="addSp new mod">
        <pc:chgData name="Pavithra Yuvaraj" userId="c9a9934f14c5a20d" providerId="LiveId" clId="{9D138E8F-448E-4B68-9B20-929C3F7066AC}" dt="2025-11-15T16:11:28.277" v="114" actId="22"/>
        <pc:sldMkLst>
          <pc:docMk/>
          <pc:sldMk cId="3351059763" sldId="319"/>
        </pc:sldMkLst>
        <pc:spChg chg="add">
          <ac:chgData name="Pavithra Yuvaraj" userId="c9a9934f14c5a20d" providerId="LiveId" clId="{9D138E8F-448E-4B68-9B20-929C3F7066AC}" dt="2025-11-15T16:11:28.277" v="114" actId="22"/>
          <ac:spMkLst>
            <pc:docMk/>
            <pc:sldMk cId="3351059763" sldId="319"/>
            <ac:spMk id="3" creationId="{4AC3EC9B-F92F-676C-16CC-D25C64CE45F1}"/>
          </ac:spMkLst>
        </pc:spChg>
      </pc:sldChg>
      <pc:sldChg chg="addSp new mod">
        <pc:chgData name="Pavithra Yuvaraj" userId="c9a9934f14c5a20d" providerId="LiveId" clId="{9D138E8F-448E-4B68-9B20-929C3F7066AC}" dt="2025-11-15T16:12:58.529" v="116" actId="22"/>
        <pc:sldMkLst>
          <pc:docMk/>
          <pc:sldMk cId="1356999271" sldId="320"/>
        </pc:sldMkLst>
        <pc:spChg chg="add">
          <ac:chgData name="Pavithra Yuvaraj" userId="c9a9934f14c5a20d" providerId="LiveId" clId="{9D138E8F-448E-4B68-9B20-929C3F7066AC}" dt="2025-11-15T16:12:58.529" v="116" actId="22"/>
          <ac:spMkLst>
            <pc:docMk/>
            <pc:sldMk cId="1356999271" sldId="320"/>
            <ac:spMk id="3" creationId="{0EB26E77-3303-1F83-7601-2180D59DFE5B}"/>
          </ac:spMkLst>
        </pc:spChg>
      </pc:sldChg>
      <pc:sldChg chg="addSp new mod">
        <pc:chgData name="Pavithra Yuvaraj" userId="c9a9934f14c5a20d" providerId="LiveId" clId="{9D138E8F-448E-4B68-9B20-929C3F7066AC}" dt="2025-11-15T16:13:21" v="118" actId="22"/>
        <pc:sldMkLst>
          <pc:docMk/>
          <pc:sldMk cId="2756174821" sldId="321"/>
        </pc:sldMkLst>
        <pc:spChg chg="add">
          <ac:chgData name="Pavithra Yuvaraj" userId="c9a9934f14c5a20d" providerId="LiveId" clId="{9D138E8F-448E-4B68-9B20-929C3F7066AC}" dt="2025-11-15T16:13:21" v="118" actId="22"/>
          <ac:spMkLst>
            <pc:docMk/>
            <pc:sldMk cId="2756174821" sldId="321"/>
            <ac:spMk id="3" creationId="{2EB75676-08E4-C41A-6F8F-B95432E6775C}"/>
          </ac:spMkLst>
        </pc:spChg>
      </pc:sldChg>
      <pc:sldChg chg="addSp new mod">
        <pc:chgData name="Pavithra Yuvaraj" userId="c9a9934f14c5a20d" providerId="LiveId" clId="{9D138E8F-448E-4B68-9B20-929C3F7066AC}" dt="2025-11-15T16:13:44.189" v="120" actId="22"/>
        <pc:sldMkLst>
          <pc:docMk/>
          <pc:sldMk cId="2606832979" sldId="322"/>
        </pc:sldMkLst>
        <pc:spChg chg="add">
          <ac:chgData name="Pavithra Yuvaraj" userId="c9a9934f14c5a20d" providerId="LiveId" clId="{9D138E8F-448E-4B68-9B20-929C3F7066AC}" dt="2025-11-15T16:13:44.189" v="120" actId="22"/>
          <ac:spMkLst>
            <pc:docMk/>
            <pc:sldMk cId="2606832979" sldId="322"/>
            <ac:spMk id="3" creationId="{2E167D38-5486-F797-CC4E-4D9B73437C4C}"/>
          </ac:spMkLst>
        </pc:spChg>
      </pc:sldChg>
      <pc:sldChg chg="addSp new mod">
        <pc:chgData name="Pavithra Yuvaraj" userId="c9a9934f14c5a20d" providerId="LiveId" clId="{9D138E8F-448E-4B68-9B20-929C3F7066AC}" dt="2025-11-15T16:14:28.087" v="122" actId="22"/>
        <pc:sldMkLst>
          <pc:docMk/>
          <pc:sldMk cId="112356383" sldId="323"/>
        </pc:sldMkLst>
        <pc:spChg chg="add">
          <ac:chgData name="Pavithra Yuvaraj" userId="c9a9934f14c5a20d" providerId="LiveId" clId="{9D138E8F-448E-4B68-9B20-929C3F7066AC}" dt="2025-11-15T16:14:28.087" v="122" actId="22"/>
          <ac:spMkLst>
            <pc:docMk/>
            <pc:sldMk cId="112356383" sldId="323"/>
            <ac:spMk id="3" creationId="{2A14C6CF-E7D6-F2B2-0CEF-B2F10564B44C}"/>
          </ac:spMkLst>
        </pc:spChg>
      </pc:sldChg>
      <pc:sldChg chg="addSp new mod">
        <pc:chgData name="Pavithra Yuvaraj" userId="c9a9934f14c5a20d" providerId="LiveId" clId="{9D138E8F-448E-4B68-9B20-929C3F7066AC}" dt="2025-11-15T16:14:55.465" v="124" actId="22"/>
        <pc:sldMkLst>
          <pc:docMk/>
          <pc:sldMk cId="4140193144" sldId="324"/>
        </pc:sldMkLst>
        <pc:spChg chg="add">
          <ac:chgData name="Pavithra Yuvaraj" userId="c9a9934f14c5a20d" providerId="LiveId" clId="{9D138E8F-448E-4B68-9B20-929C3F7066AC}" dt="2025-11-15T16:14:55.465" v="124" actId="22"/>
          <ac:spMkLst>
            <pc:docMk/>
            <pc:sldMk cId="4140193144" sldId="324"/>
            <ac:spMk id="3" creationId="{91E3B2BD-223A-5817-C5F2-5DC704C804B2}"/>
          </ac:spMkLst>
        </pc:spChg>
      </pc:sldChg>
      <pc:sldChg chg="addSp new mod">
        <pc:chgData name="Pavithra Yuvaraj" userId="c9a9934f14c5a20d" providerId="LiveId" clId="{9D138E8F-448E-4B68-9B20-929C3F7066AC}" dt="2025-11-15T16:15:15.103" v="126" actId="22"/>
        <pc:sldMkLst>
          <pc:docMk/>
          <pc:sldMk cId="1093468576" sldId="325"/>
        </pc:sldMkLst>
        <pc:spChg chg="add">
          <ac:chgData name="Pavithra Yuvaraj" userId="c9a9934f14c5a20d" providerId="LiveId" clId="{9D138E8F-448E-4B68-9B20-929C3F7066AC}" dt="2025-11-15T16:15:15.103" v="126" actId="22"/>
          <ac:spMkLst>
            <pc:docMk/>
            <pc:sldMk cId="1093468576" sldId="325"/>
            <ac:spMk id="3" creationId="{A9F22910-6B1B-6961-2512-DC284EC28C0F}"/>
          </ac:spMkLst>
        </pc:spChg>
      </pc:sldChg>
      <pc:sldChg chg="addSp new mod">
        <pc:chgData name="Pavithra Yuvaraj" userId="c9a9934f14c5a20d" providerId="LiveId" clId="{9D138E8F-448E-4B68-9B20-929C3F7066AC}" dt="2025-11-15T16:15:45.584" v="128" actId="22"/>
        <pc:sldMkLst>
          <pc:docMk/>
          <pc:sldMk cId="211513917" sldId="326"/>
        </pc:sldMkLst>
        <pc:spChg chg="add">
          <ac:chgData name="Pavithra Yuvaraj" userId="c9a9934f14c5a20d" providerId="LiveId" clId="{9D138E8F-448E-4B68-9B20-929C3F7066AC}" dt="2025-11-15T16:15:45.584" v="128" actId="22"/>
          <ac:spMkLst>
            <pc:docMk/>
            <pc:sldMk cId="211513917" sldId="326"/>
            <ac:spMk id="3" creationId="{38B4D460-59C6-4113-4771-9AE74C511208}"/>
          </ac:spMkLst>
        </pc:spChg>
      </pc:sldChg>
      <pc:sldChg chg="addSp new mod">
        <pc:chgData name="Pavithra Yuvaraj" userId="c9a9934f14c5a20d" providerId="LiveId" clId="{9D138E8F-448E-4B68-9B20-929C3F7066AC}" dt="2025-11-15T16:16:35.432" v="130" actId="22"/>
        <pc:sldMkLst>
          <pc:docMk/>
          <pc:sldMk cId="2136813965" sldId="327"/>
        </pc:sldMkLst>
        <pc:spChg chg="add">
          <ac:chgData name="Pavithra Yuvaraj" userId="c9a9934f14c5a20d" providerId="LiveId" clId="{9D138E8F-448E-4B68-9B20-929C3F7066AC}" dt="2025-11-15T16:16:35.432" v="130" actId="22"/>
          <ac:spMkLst>
            <pc:docMk/>
            <pc:sldMk cId="2136813965" sldId="327"/>
            <ac:spMk id="3" creationId="{13F99748-E378-FF04-BDEA-5E9BD5263F02}"/>
          </ac:spMkLst>
        </pc:spChg>
      </pc:sldChg>
      <pc:sldChg chg="addSp modSp new mod">
        <pc:chgData name="Pavithra Yuvaraj" userId="c9a9934f14c5a20d" providerId="LiveId" clId="{9D138E8F-448E-4B68-9B20-929C3F7066AC}" dt="2025-11-15T16:48:07.311" v="135"/>
        <pc:sldMkLst>
          <pc:docMk/>
          <pc:sldMk cId="3770085356" sldId="328"/>
        </pc:sldMkLst>
        <pc:spChg chg="add mod">
          <ac:chgData name="Pavithra Yuvaraj" userId="c9a9934f14c5a20d" providerId="LiveId" clId="{9D138E8F-448E-4B68-9B20-929C3F7066AC}" dt="2025-11-15T16:48:07.311" v="135"/>
          <ac:spMkLst>
            <pc:docMk/>
            <pc:sldMk cId="3770085356" sldId="328"/>
            <ac:spMk id="3" creationId="{4DBBF3E5-E834-30B0-0894-EB037225DD8F}"/>
          </ac:spMkLst>
        </pc:spChg>
      </pc:sldChg>
      <pc:sldChg chg="addSp modSp new mod">
        <pc:chgData name="Pavithra Yuvaraj" userId="c9a9934f14c5a20d" providerId="LiveId" clId="{9D138E8F-448E-4B68-9B20-929C3F7066AC}" dt="2025-11-15T16:48:58.612" v="169" actId="1035"/>
        <pc:sldMkLst>
          <pc:docMk/>
          <pc:sldMk cId="2014751279" sldId="329"/>
        </pc:sldMkLst>
        <pc:spChg chg="add mod">
          <ac:chgData name="Pavithra Yuvaraj" userId="c9a9934f14c5a20d" providerId="LiveId" clId="{9D138E8F-448E-4B68-9B20-929C3F7066AC}" dt="2025-11-15T16:48:47.025" v="138" actId="20577"/>
          <ac:spMkLst>
            <pc:docMk/>
            <pc:sldMk cId="2014751279" sldId="329"/>
            <ac:spMk id="3" creationId="{F3455E38-036E-D6B8-748A-8DEDA2FD2419}"/>
          </ac:spMkLst>
        </pc:spChg>
        <pc:graphicFrameChg chg="add mod">
          <ac:chgData name="Pavithra Yuvaraj" userId="c9a9934f14c5a20d" providerId="LiveId" clId="{9D138E8F-448E-4B68-9B20-929C3F7066AC}" dt="2025-11-15T16:48:58.612" v="169" actId="1035"/>
          <ac:graphicFrameMkLst>
            <pc:docMk/>
            <pc:sldMk cId="2014751279" sldId="329"/>
            <ac:graphicFrameMk id="4" creationId="{89C2EC17-FDDA-F481-9249-EF32F501A0D5}"/>
          </ac:graphicFrameMkLst>
        </pc:graphicFrameChg>
      </pc:sldChg>
      <pc:sldChg chg="addSp new mod">
        <pc:chgData name="Pavithra Yuvaraj" userId="c9a9934f14c5a20d" providerId="LiveId" clId="{9D138E8F-448E-4B68-9B20-929C3F7066AC}" dt="2025-11-15T16:49:56.103" v="171" actId="22"/>
        <pc:sldMkLst>
          <pc:docMk/>
          <pc:sldMk cId="784684264" sldId="330"/>
        </pc:sldMkLst>
        <pc:spChg chg="add">
          <ac:chgData name="Pavithra Yuvaraj" userId="c9a9934f14c5a20d" providerId="LiveId" clId="{9D138E8F-448E-4B68-9B20-929C3F7066AC}" dt="2025-11-15T16:49:56.103" v="171" actId="22"/>
          <ac:spMkLst>
            <pc:docMk/>
            <pc:sldMk cId="784684264" sldId="330"/>
            <ac:spMk id="3" creationId="{C2D0E795-D735-2821-3FCB-C931C9C84632}"/>
          </ac:spMkLst>
        </pc:spChg>
      </pc:sldChg>
      <pc:sldChg chg="addSp new mod">
        <pc:chgData name="Pavithra Yuvaraj" userId="c9a9934f14c5a20d" providerId="LiveId" clId="{9D138E8F-448E-4B68-9B20-929C3F7066AC}" dt="2025-11-15T16:50:20.729" v="173" actId="22"/>
        <pc:sldMkLst>
          <pc:docMk/>
          <pc:sldMk cId="116530942" sldId="331"/>
        </pc:sldMkLst>
        <pc:spChg chg="add">
          <ac:chgData name="Pavithra Yuvaraj" userId="c9a9934f14c5a20d" providerId="LiveId" clId="{9D138E8F-448E-4B68-9B20-929C3F7066AC}" dt="2025-11-15T16:50:20.729" v="173" actId="22"/>
          <ac:spMkLst>
            <pc:docMk/>
            <pc:sldMk cId="116530942" sldId="331"/>
            <ac:spMk id="3" creationId="{6F2122D4-CA4F-A778-4A90-8D1E93530458}"/>
          </ac:spMkLst>
        </pc:spChg>
      </pc:sldChg>
      <pc:sldChg chg="addSp new mod">
        <pc:chgData name="Pavithra Yuvaraj" userId="c9a9934f14c5a20d" providerId="LiveId" clId="{9D138E8F-448E-4B68-9B20-929C3F7066AC}" dt="2025-11-15T16:51:32.761" v="175" actId="22"/>
        <pc:sldMkLst>
          <pc:docMk/>
          <pc:sldMk cId="3091762022" sldId="332"/>
        </pc:sldMkLst>
        <pc:spChg chg="add">
          <ac:chgData name="Pavithra Yuvaraj" userId="c9a9934f14c5a20d" providerId="LiveId" clId="{9D138E8F-448E-4B68-9B20-929C3F7066AC}" dt="2025-11-15T16:51:32.761" v="175" actId="22"/>
          <ac:spMkLst>
            <pc:docMk/>
            <pc:sldMk cId="3091762022" sldId="332"/>
            <ac:spMk id="3" creationId="{2D4DF7F8-B856-1C5E-F9C2-67CF3AF629CE}"/>
          </ac:spMkLst>
        </pc:spChg>
      </pc:sldChg>
      <pc:sldChg chg="addSp new mod">
        <pc:chgData name="Pavithra Yuvaraj" userId="c9a9934f14c5a20d" providerId="LiveId" clId="{9D138E8F-448E-4B68-9B20-929C3F7066AC}" dt="2025-11-15T16:51:52.994" v="177" actId="22"/>
        <pc:sldMkLst>
          <pc:docMk/>
          <pc:sldMk cId="2542034204" sldId="333"/>
        </pc:sldMkLst>
        <pc:spChg chg="add">
          <ac:chgData name="Pavithra Yuvaraj" userId="c9a9934f14c5a20d" providerId="LiveId" clId="{9D138E8F-448E-4B68-9B20-929C3F7066AC}" dt="2025-11-15T16:51:52.994" v="177" actId="22"/>
          <ac:spMkLst>
            <pc:docMk/>
            <pc:sldMk cId="2542034204" sldId="333"/>
            <ac:spMk id="3" creationId="{BDAB06FF-B2A7-2B74-231F-1B7DEB2C41B2}"/>
          </ac:spMkLst>
        </pc:spChg>
      </pc:sldChg>
      <pc:sldChg chg="addSp new mod">
        <pc:chgData name="Pavithra Yuvaraj" userId="c9a9934f14c5a20d" providerId="LiveId" clId="{9D138E8F-448E-4B68-9B20-929C3F7066AC}" dt="2025-11-15T16:52:11.734" v="179" actId="22"/>
        <pc:sldMkLst>
          <pc:docMk/>
          <pc:sldMk cId="674781051" sldId="334"/>
        </pc:sldMkLst>
        <pc:spChg chg="add">
          <ac:chgData name="Pavithra Yuvaraj" userId="c9a9934f14c5a20d" providerId="LiveId" clId="{9D138E8F-448E-4B68-9B20-929C3F7066AC}" dt="2025-11-15T16:52:11.734" v="179" actId="22"/>
          <ac:spMkLst>
            <pc:docMk/>
            <pc:sldMk cId="674781051" sldId="334"/>
            <ac:spMk id="3" creationId="{D70D1552-311C-7817-B973-F7CD9C163AF4}"/>
          </ac:spMkLst>
        </pc:spChg>
      </pc:sldChg>
      <pc:sldChg chg="addSp new mod">
        <pc:chgData name="Pavithra Yuvaraj" userId="c9a9934f14c5a20d" providerId="LiveId" clId="{9D138E8F-448E-4B68-9B20-929C3F7066AC}" dt="2025-11-15T16:52:33.198" v="181" actId="22"/>
        <pc:sldMkLst>
          <pc:docMk/>
          <pc:sldMk cId="3229375210" sldId="335"/>
        </pc:sldMkLst>
        <pc:spChg chg="add">
          <ac:chgData name="Pavithra Yuvaraj" userId="c9a9934f14c5a20d" providerId="LiveId" clId="{9D138E8F-448E-4B68-9B20-929C3F7066AC}" dt="2025-11-15T16:52:33.198" v="181" actId="22"/>
          <ac:spMkLst>
            <pc:docMk/>
            <pc:sldMk cId="3229375210" sldId="335"/>
            <ac:spMk id="3" creationId="{B4659B72-E232-6C89-A2D8-08842456474C}"/>
          </ac:spMkLst>
        </pc:spChg>
      </pc:sldChg>
      <pc:sldChg chg="addSp new mod">
        <pc:chgData name="Pavithra Yuvaraj" userId="c9a9934f14c5a20d" providerId="LiveId" clId="{9D138E8F-448E-4B68-9B20-929C3F7066AC}" dt="2025-11-15T16:52:47.981" v="183" actId="22"/>
        <pc:sldMkLst>
          <pc:docMk/>
          <pc:sldMk cId="1417189384" sldId="336"/>
        </pc:sldMkLst>
        <pc:spChg chg="add">
          <ac:chgData name="Pavithra Yuvaraj" userId="c9a9934f14c5a20d" providerId="LiveId" clId="{9D138E8F-448E-4B68-9B20-929C3F7066AC}" dt="2025-11-15T16:52:47.981" v="183" actId="22"/>
          <ac:spMkLst>
            <pc:docMk/>
            <pc:sldMk cId="1417189384" sldId="336"/>
            <ac:spMk id="3" creationId="{7CBD670A-260F-F61C-4703-42FF20C0847A}"/>
          </ac:spMkLst>
        </pc:spChg>
      </pc:sldChg>
      <pc:sldChg chg="addSp new mod">
        <pc:chgData name="Pavithra Yuvaraj" userId="c9a9934f14c5a20d" providerId="LiveId" clId="{9D138E8F-448E-4B68-9B20-929C3F7066AC}" dt="2025-11-15T16:53:16.787" v="185" actId="22"/>
        <pc:sldMkLst>
          <pc:docMk/>
          <pc:sldMk cId="3000858553" sldId="337"/>
        </pc:sldMkLst>
        <pc:spChg chg="add">
          <ac:chgData name="Pavithra Yuvaraj" userId="c9a9934f14c5a20d" providerId="LiveId" clId="{9D138E8F-448E-4B68-9B20-929C3F7066AC}" dt="2025-11-15T16:53:16.787" v="185" actId="22"/>
          <ac:spMkLst>
            <pc:docMk/>
            <pc:sldMk cId="3000858553" sldId="337"/>
            <ac:spMk id="3" creationId="{CC33EC1D-6137-6F3A-DE2D-E5899E9B2896}"/>
          </ac:spMkLst>
        </pc:spChg>
      </pc:sldChg>
      <pc:sldChg chg="addSp new mod">
        <pc:chgData name="Pavithra Yuvaraj" userId="c9a9934f14c5a20d" providerId="LiveId" clId="{9D138E8F-448E-4B68-9B20-929C3F7066AC}" dt="2025-11-15T16:53:52.215" v="187" actId="22"/>
        <pc:sldMkLst>
          <pc:docMk/>
          <pc:sldMk cId="1882754075" sldId="338"/>
        </pc:sldMkLst>
        <pc:spChg chg="add">
          <ac:chgData name="Pavithra Yuvaraj" userId="c9a9934f14c5a20d" providerId="LiveId" clId="{9D138E8F-448E-4B68-9B20-929C3F7066AC}" dt="2025-11-15T16:53:52.215" v="187" actId="22"/>
          <ac:spMkLst>
            <pc:docMk/>
            <pc:sldMk cId="1882754075" sldId="338"/>
            <ac:spMk id="3" creationId="{2EEB7A0B-FF21-F1E3-CDB8-E5DE8D812594}"/>
          </ac:spMkLst>
        </pc:spChg>
      </pc:sldChg>
      <pc:sldChg chg="addSp new mod">
        <pc:chgData name="Pavithra Yuvaraj" userId="c9a9934f14c5a20d" providerId="LiveId" clId="{9D138E8F-448E-4B68-9B20-929C3F7066AC}" dt="2025-11-15T16:54:14.225" v="189" actId="22"/>
        <pc:sldMkLst>
          <pc:docMk/>
          <pc:sldMk cId="2001449657" sldId="339"/>
        </pc:sldMkLst>
        <pc:spChg chg="add">
          <ac:chgData name="Pavithra Yuvaraj" userId="c9a9934f14c5a20d" providerId="LiveId" clId="{9D138E8F-448E-4B68-9B20-929C3F7066AC}" dt="2025-11-15T16:54:14.225" v="189" actId="22"/>
          <ac:spMkLst>
            <pc:docMk/>
            <pc:sldMk cId="2001449657" sldId="339"/>
            <ac:spMk id="3" creationId="{EE7473A5-8D60-FC8D-C3A5-83B86D2767FB}"/>
          </ac:spMkLst>
        </pc:spChg>
      </pc:sldChg>
      <pc:sldChg chg="addSp delSp modSp new mod">
        <pc:chgData name="Pavithra Yuvaraj" userId="c9a9934f14c5a20d" providerId="LiveId" clId="{9D138E8F-448E-4B68-9B20-929C3F7066AC}" dt="2025-11-15T16:55:16.215" v="235" actId="1035"/>
        <pc:sldMkLst>
          <pc:docMk/>
          <pc:sldMk cId="1634045836" sldId="340"/>
        </pc:sldMkLst>
        <pc:spChg chg="add del">
          <ac:chgData name="Pavithra Yuvaraj" userId="c9a9934f14c5a20d" providerId="LiveId" clId="{9D138E8F-448E-4B68-9B20-929C3F7066AC}" dt="2025-11-15T16:54:44.882" v="192" actId="22"/>
          <ac:spMkLst>
            <pc:docMk/>
            <pc:sldMk cId="1634045836" sldId="340"/>
            <ac:spMk id="3" creationId="{68EA2744-01A8-A56C-1548-9C06E1A2CD84}"/>
          </ac:spMkLst>
        </pc:spChg>
        <pc:spChg chg="add mod">
          <ac:chgData name="Pavithra Yuvaraj" userId="c9a9934f14c5a20d" providerId="LiveId" clId="{9D138E8F-448E-4B68-9B20-929C3F7066AC}" dt="2025-11-15T16:55:16.215" v="235" actId="1035"/>
          <ac:spMkLst>
            <pc:docMk/>
            <pc:sldMk cId="1634045836" sldId="340"/>
            <ac:spMk id="5" creationId="{D5AC3775-B95B-322C-5CFA-E617914E53F7}"/>
          </ac:spMkLst>
        </pc:spChg>
      </pc:sldChg>
      <pc:sldChg chg="addSp new mod">
        <pc:chgData name="Pavithra Yuvaraj" userId="c9a9934f14c5a20d" providerId="LiveId" clId="{9D138E8F-448E-4B68-9B20-929C3F7066AC}" dt="2025-11-15T16:55:45.606" v="237" actId="22"/>
        <pc:sldMkLst>
          <pc:docMk/>
          <pc:sldMk cId="167992465" sldId="341"/>
        </pc:sldMkLst>
        <pc:spChg chg="add">
          <ac:chgData name="Pavithra Yuvaraj" userId="c9a9934f14c5a20d" providerId="LiveId" clId="{9D138E8F-448E-4B68-9B20-929C3F7066AC}" dt="2025-11-15T16:55:45.606" v="237" actId="22"/>
          <ac:spMkLst>
            <pc:docMk/>
            <pc:sldMk cId="167992465" sldId="341"/>
            <ac:spMk id="3" creationId="{F3D47841-3A14-D26C-C741-7D7312EDD674}"/>
          </ac:spMkLst>
        </pc:spChg>
      </pc:sldChg>
      <pc:sldChg chg="addSp new mod">
        <pc:chgData name="Pavithra Yuvaraj" userId="c9a9934f14c5a20d" providerId="LiveId" clId="{9D138E8F-448E-4B68-9B20-929C3F7066AC}" dt="2025-11-15T16:56:00.957" v="239" actId="22"/>
        <pc:sldMkLst>
          <pc:docMk/>
          <pc:sldMk cId="4152200181" sldId="342"/>
        </pc:sldMkLst>
        <pc:spChg chg="add">
          <ac:chgData name="Pavithra Yuvaraj" userId="c9a9934f14c5a20d" providerId="LiveId" clId="{9D138E8F-448E-4B68-9B20-929C3F7066AC}" dt="2025-11-15T16:56:00.957" v="239" actId="22"/>
          <ac:spMkLst>
            <pc:docMk/>
            <pc:sldMk cId="4152200181" sldId="342"/>
            <ac:spMk id="3" creationId="{612F6650-85EC-657A-B409-125C47B15672}"/>
          </ac:spMkLst>
        </pc:spChg>
      </pc:sldChg>
      <pc:sldChg chg="new del">
        <pc:chgData name="Pavithra Yuvaraj" userId="c9a9934f14c5a20d" providerId="LiveId" clId="{9D138E8F-448E-4B68-9B20-929C3F7066AC}" dt="2025-11-15T16:56:18.631" v="241" actId="2696"/>
        <pc:sldMkLst>
          <pc:docMk/>
          <pc:sldMk cId="2007066839" sldId="343"/>
        </pc:sldMkLst>
      </pc:sldChg>
      <pc:sldChg chg="addSp new mod">
        <pc:chgData name="Pavithra Yuvaraj" userId="c9a9934f14c5a20d" providerId="LiveId" clId="{9D138E8F-448E-4B68-9B20-929C3F7066AC}" dt="2025-11-15T16:56:53.523" v="243" actId="22"/>
        <pc:sldMkLst>
          <pc:docMk/>
          <pc:sldMk cId="3402914511" sldId="343"/>
        </pc:sldMkLst>
        <pc:spChg chg="add">
          <ac:chgData name="Pavithra Yuvaraj" userId="c9a9934f14c5a20d" providerId="LiveId" clId="{9D138E8F-448E-4B68-9B20-929C3F7066AC}" dt="2025-11-15T16:56:53.523" v="243" actId="22"/>
          <ac:spMkLst>
            <pc:docMk/>
            <pc:sldMk cId="3402914511" sldId="343"/>
            <ac:spMk id="3" creationId="{B6E6AA43-C28F-B3CF-3B48-D903C1F4FA7D}"/>
          </ac:spMkLst>
        </pc:spChg>
      </pc:sldChg>
      <pc:sldChg chg="addSp new mod">
        <pc:chgData name="Pavithra Yuvaraj" userId="c9a9934f14c5a20d" providerId="LiveId" clId="{9D138E8F-448E-4B68-9B20-929C3F7066AC}" dt="2025-11-15T16:57:09.922" v="245" actId="22"/>
        <pc:sldMkLst>
          <pc:docMk/>
          <pc:sldMk cId="3925947020" sldId="344"/>
        </pc:sldMkLst>
        <pc:spChg chg="add">
          <ac:chgData name="Pavithra Yuvaraj" userId="c9a9934f14c5a20d" providerId="LiveId" clId="{9D138E8F-448E-4B68-9B20-929C3F7066AC}" dt="2025-11-15T16:57:09.922" v="245" actId="22"/>
          <ac:spMkLst>
            <pc:docMk/>
            <pc:sldMk cId="3925947020" sldId="344"/>
            <ac:spMk id="3" creationId="{5584194F-EC5A-7067-A074-E75AD7B5CE5A}"/>
          </ac:spMkLst>
        </pc:spChg>
      </pc:sldChg>
      <pc:sldChg chg="addSp new mod">
        <pc:chgData name="Pavithra Yuvaraj" userId="c9a9934f14c5a20d" providerId="LiveId" clId="{9D138E8F-448E-4B68-9B20-929C3F7066AC}" dt="2025-11-15T16:57:35.291" v="247" actId="22"/>
        <pc:sldMkLst>
          <pc:docMk/>
          <pc:sldMk cId="854591574" sldId="345"/>
        </pc:sldMkLst>
        <pc:spChg chg="add">
          <ac:chgData name="Pavithra Yuvaraj" userId="c9a9934f14c5a20d" providerId="LiveId" clId="{9D138E8F-448E-4B68-9B20-929C3F7066AC}" dt="2025-11-15T16:57:35.291" v="247" actId="22"/>
          <ac:spMkLst>
            <pc:docMk/>
            <pc:sldMk cId="854591574" sldId="345"/>
            <ac:spMk id="3" creationId="{FE956B22-DCFD-2680-AF0A-808C0BE37B54}"/>
          </ac:spMkLst>
        </pc:spChg>
      </pc:sldChg>
      <pc:sldChg chg="addSp new mod">
        <pc:chgData name="Pavithra Yuvaraj" userId="c9a9934f14c5a20d" providerId="LiveId" clId="{9D138E8F-448E-4B68-9B20-929C3F7066AC}" dt="2025-11-15T16:57:52.901" v="249" actId="22"/>
        <pc:sldMkLst>
          <pc:docMk/>
          <pc:sldMk cId="1609071456" sldId="346"/>
        </pc:sldMkLst>
        <pc:spChg chg="add">
          <ac:chgData name="Pavithra Yuvaraj" userId="c9a9934f14c5a20d" providerId="LiveId" clId="{9D138E8F-448E-4B68-9B20-929C3F7066AC}" dt="2025-11-15T16:57:52.901" v="249" actId="22"/>
          <ac:spMkLst>
            <pc:docMk/>
            <pc:sldMk cId="1609071456" sldId="346"/>
            <ac:spMk id="3" creationId="{338015C7-A1E5-7ABA-F8AE-2BF4C624B0AF}"/>
          </ac:spMkLst>
        </pc:spChg>
      </pc:sldChg>
      <pc:sldChg chg="addSp new mod">
        <pc:chgData name="Pavithra Yuvaraj" userId="c9a9934f14c5a20d" providerId="LiveId" clId="{9D138E8F-448E-4B68-9B20-929C3F7066AC}" dt="2025-11-15T16:58:08.238" v="251" actId="22"/>
        <pc:sldMkLst>
          <pc:docMk/>
          <pc:sldMk cId="3416931265" sldId="347"/>
        </pc:sldMkLst>
        <pc:spChg chg="add">
          <ac:chgData name="Pavithra Yuvaraj" userId="c9a9934f14c5a20d" providerId="LiveId" clId="{9D138E8F-448E-4B68-9B20-929C3F7066AC}" dt="2025-11-15T16:58:08.238" v="251" actId="22"/>
          <ac:spMkLst>
            <pc:docMk/>
            <pc:sldMk cId="3416931265" sldId="347"/>
            <ac:spMk id="3" creationId="{5ACE5FFF-20B0-1952-1312-1BC4BD5DC48C}"/>
          </ac:spMkLst>
        </pc:spChg>
      </pc:sldChg>
      <pc:sldChg chg="addSp new mod">
        <pc:chgData name="Pavithra Yuvaraj" userId="c9a9934f14c5a20d" providerId="LiveId" clId="{9D138E8F-448E-4B68-9B20-929C3F7066AC}" dt="2025-11-15T16:58:26.331" v="253" actId="22"/>
        <pc:sldMkLst>
          <pc:docMk/>
          <pc:sldMk cId="1548475296" sldId="348"/>
        </pc:sldMkLst>
        <pc:spChg chg="add">
          <ac:chgData name="Pavithra Yuvaraj" userId="c9a9934f14c5a20d" providerId="LiveId" clId="{9D138E8F-448E-4B68-9B20-929C3F7066AC}" dt="2025-11-15T16:58:26.331" v="253" actId="22"/>
          <ac:spMkLst>
            <pc:docMk/>
            <pc:sldMk cId="1548475296" sldId="348"/>
            <ac:spMk id="3" creationId="{D6B37B79-511D-3139-4355-948F53A5A148}"/>
          </ac:spMkLst>
        </pc:spChg>
      </pc:sldChg>
      <pc:sldChg chg="addSp delSp new mod">
        <pc:chgData name="Pavithra Yuvaraj" userId="c9a9934f14c5a20d" providerId="LiveId" clId="{9D138E8F-448E-4B68-9B20-929C3F7066AC}" dt="2025-11-15T16:59:17.180" v="257" actId="22"/>
        <pc:sldMkLst>
          <pc:docMk/>
          <pc:sldMk cId="3896384982" sldId="349"/>
        </pc:sldMkLst>
        <pc:spChg chg="add del">
          <ac:chgData name="Pavithra Yuvaraj" userId="c9a9934f14c5a20d" providerId="LiveId" clId="{9D138E8F-448E-4B68-9B20-929C3F7066AC}" dt="2025-11-15T16:59:16.437" v="256" actId="22"/>
          <ac:spMkLst>
            <pc:docMk/>
            <pc:sldMk cId="3896384982" sldId="349"/>
            <ac:spMk id="3" creationId="{0EC81700-AC2F-7ED2-2F09-7825782A9712}"/>
          </ac:spMkLst>
        </pc:spChg>
        <pc:spChg chg="add">
          <ac:chgData name="Pavithra Yuvaraj" userId="c9a9934f14c5a20d" providerId="LiveId" clId="{9D138E8F-448E-4B68-9B20-929C3F7066AC}" dt="2025-11-15T16:59:17.180" v="257" actId="22"/>
          <ac:spMkLst>
            <pc:docMk/>
            <pc:sldMk cId="3896384982" sldId="349"/>
            <ac:spMk id="5" creationId="{6EB6A924-5DE4-9956-64BB-5A3634D3BEEC}"/>
          </ac:spMkLst>
        </pc:spChg>
      </pc:sldChg>
      <pc:sldChg chg="addSp new mod">
        <pc:chgData name="Pavithra Yuvaraj" userId="c9a9934f14c5a20d" providerId="LiveId" clId="{9D138E8F-448E-4B68-9B20-929C3F7066AC}" dt="2025-11-15T16:59:56.863" v="259" actId="22"/>
        <pc:sldMkLst>
          <pc:docMk/>
          <pc:sldMk cId="3561300235" sldId="350"/>
        </pc:sldMkLst>
        <pc:spChg chg="add">
          <ac:chgData name="Pavithra Yuvaraj" userId="c9a9934f14c5a20d" providerId="LiveId" clId="{9D138E8F-448E-4B68-9B20-929C3F7066AC}" dt="2025-11-15T16:59:56.863" v="259" actId="22"/>
          <ac:spMkLst>
            <pc:docMk/>
            <pc:sldMk cId="3561300235" sldId="350"/>
            <ac:spMk id="3" creationId="{24DDC89D-5320-9257-0ADF-71EFA019E285}"/>
          </ac:spMkLst>
        </pc:spChg>
      </pc:sldChg>
      <pc:sldChg chg="addSp new mod">
        <pc:chgData name="Pavithra Yuvaraj" userId="c9a9934f14c5a20d" providerId="LiveId" clId="{9D138E8F-448E-4B68-9B20-929C3F7066AC}" dt="2025-11-15T17:00:17.232" v="261" actId="22"/>
        <pc:sldMkLst>
          <pc:docMk/>
          <pc:sldMk cId="56897719" sldId="351"/>
        </pc:sldMkLst>
        <pc:spChg chg="add">
          <ac:chgData name="Pavithra Yuvaraj" userId="c9a9934f14c5a20d" providerId="LiveId" clId="{9D138E8F-448E-4B68-9B20-929C3F7066AC}" dt="2025-11-15T17:00:17.232" v="261" actId="22"/>
          <ac:spMkLst>
            <pc:docMk/>
            <pc:sldMk cId="56897719" sldId="351"/>
            <ac:spMk id="3" creationId="{C79BC36F-94D8-D24A-EFD1-4778373CC8C8}"/>
          </ac:spMkLst>
        </pc:spChg>
      </pc:sldChg>
      <pc:sldChg chg="new del">
        <pc:chgData name="Pavithra Yuvaraj" userId="c9a9934f14c5a20d" providerId="LiveId" clId="{9D138E8F-448E-4B68-9B20-929C3F7066AC}" dt="2025-11-15T17:00:39.282" v="263" actId="2696"/>
        <pc:sldMkLst>
          <pc:docMk/>
          <pc:sldMk cId="3025761725" sldId="352"/>
        </pc:sldMkLst>
      </pc:sldChg>
      <pc:sldChg chg="addSp new mod">
        <pc:chgData name="Pavithra Yuvaraj" userId="c9a9934f14c5a20d" providerId="LiveId" clId="{9D138E8F-448E-4B68-9B20-929C3F7066AC}" dt="2025-11-15T17:01:20.963" v="265" actId="22"/>
        <pc:sldMkLst>
          <pc:docMk/>
          <pc:sldMk cId="3973682409" sldId="352"/>
        </pc:sldMkLst>
        <pc:spChg chg="add">
          <ac:chgData name="Pavithra Yuvaraj" userId="c9a9934f14c5a20d" providerId="LiveId" clId="{9D138E8F-448E-4B68-9B20-929C3F7066AC}" dt="2025-11-15T17:01:20.963" v="265" actId="22"/>
          <ac:spMkLst>
            <pc:docMk/>
            <pc:sldMk cId="3973682409" sldId="352"/>
            <ac:spMk id="3" creationId="{19405C86-3D2E-932B-DB08-40E1C486D7F4}"/>
          </ac:spMkLst>
        </pc:spChg>
      </pc:sldChg>
      <pc:sldChg chg="addSp new mod">
        <pc:chgData name="Pavithra Yuvaraj" userId="c9a9934f14c5a20d" providerId="LiveId" clId="{9D138E8F-448E-4B68-9B20-929C3F7066AC}" dt="2025-11-15T17:01:41.834" v="267" actId="22"/>
        <pc:sldMkLst>
          <pc:docMk/>
          <pc:sldMk cId="756553518" sldId="353"/>
        </pc:sldMkLst>
        <pc:spChg chg="add">
          <ac:chgData name="Pavithra Yuvaraj" userId="c9a9934f14c5a20d" providerId="LiveId" clId="{9D138E8F-448E-4B68-9B20-929C3F7066AC}" dt="2025-11-15T17:01:41.834" v="267" actId="22"/>
          <ac:spMkLst>
            <pc:docMk/>
            <pc:sldMk cId="756553518" sldId="353"/>
            <ac:spMk id="3" creationId="{8097145C-C523-D795-EFB3-753B0885672B}"/>
          </ac:spMkLst>
        </pc:spChg>
      </pc:sldChg>
      <pc:sldChg chg="addSp modSp new mod">
        <pc:chgData name="Pavithra Yuvaraj" userId="c9a9934f14c5a20d" providerId="LiveId" clId="{9D138E8F-448E-4B68-9B20-929C3F7066AC}" dt="2025-11-15T17:02:10.571" v="270" actId="14100"/>
        <pc:sldMkLst>
          <pc:docMk/>
          <pc:sldMk cId="20098511" sldId="354"/>
        </pc:sldMkLst>
        <pc:spChg chg="add mod">
          <ac:chgData name="Pavithra Yuvaraj" userId="c9a9934f14c5a20d" providerId="LiveId" clId="{9D138E8F-448E-4B68-9B20-929C3F7066AC}" dt="2025-11-15T17:02:10.571" v="270" actId="14100"/>
          <ac:spMkLst>
            <pc:docMk/>
            <pc:sldMk cId="20098511" sldId="354"/>
            <ac:spMk id="3" creationId="{EF119626-E8D1-EF04-40F8-90B89EA82C58}"/>
          </ac:spMkLst>
        </pc:spChg>
      </pc:sldChg>
      <pc:sldChg chg="addSp new mod">
        <pc:chgData name="Pavithra Yuvaraj" userId="c9a9934f14c5a20d" providerId="LiveId" clId="{9D138E8F-448E-4B68-9B20-929C3F7066AC}" dt="2025-11-15T17:02:24.778" v="272" actId="22"/>
        <pc:sldMkLst>
          <pc:docMk/>
          <pc:sldMk cId="2670226944" sldId="355"/>
        </pc:sldMkLst>
        <pc:spChg chg="add">
          <ac:chgData name="Pavithra Yuvaraj" userId="c9a9934f14c5a20d" providerId="LiveId" clId="{9D138E8F-448E-4B68-9B20-929C3F7066AC}" dt="2025-11-15T17:02:24.778" v="272" actId="22"/>
          <ac:spMkLst>
            <pc:docMk/>
            <pc:sldMk cId="2670226944" sldId="355"/>
            <ac:spMk id="3" creationId="{6D6E705A-BA76-BF65-2448-A8DE965141F8}"/>
          </ac:spMkLst>
        </pc:spChg>
      </pc:sldChg>
      <pc:sldChg chg="addSp modSp new mod">
        <pc:chgData name="Pavithra Yuvaraj" userId="c9a9934f14c5a20d" providerId="LiveId" clId="{9D138E8F-448E-4B68-9B20-929C3F7066AC}" dt="2025-11-15T17:02:55.485" v="275" actId="14100"/>
        <pc:sldMkLst>
          <pc:docMk/>
          <pc:sldMk cId="3480587098" sldId="356"/>
        </pc:sldMkLst>
        <pc:spChg chg="add mod">
          <ac:chgData name="Pavithra Yuvaraj" userId="c9a9934f14c5a20d" providerId="LiveId" clId="{9D138E8F-448E-4B68-9B20-929C3F7066AC}" dt="2025-11-15T17:02:55.485" v="275" actId="14100"/>
          <ac:spMkLst>
            <pc:docMk/>
            <pc:sldMk cId="3480587098" sldId="356"/>
            <ac:spMk id="3" creationId="{FACEFED4-8911-A639-E8F3-9FF46A3E6C88}"/>
          </ac:spMkLst>
        </pc:spChg>
      </pc:sldChg>
      <pc:sldChg chg="addSp modSp new mod">
        <pc:chgData name="Pavithra Yuvaraj" userId="c9a9934f14c5a20d" providerId="LiveId" clId="{9D138E8F-448E-4B68-9B20-929C3F7066AC}" dt="2025-11-15T17:04:08.471" v="278" actId="14100"/>
        <pc:sldMkLst>
          <pc:docMk/>
          <pc:sldMk cId="4098835052" sldId="357"/>
        </pc:sldMkLst>
        <pc:spChg chg="add mod">
          <ac:chgData name="Pavithra Yuvaraj" userId="c9a9934f14c5a20d" providerId="LiveId" clId="{9D138E8F-448E-4B68-9B20-929C3F7066AC}" dt="2025-11-15T17:04:08.471" v="278" actId="14100"/>
          <ac:spMkLst>
            <pc:docMk/>
            <pc:sldMk cId="4098835052" sldId="357"/>
            <ac:spMk id="3" creationId="{26364B59-3CFC-BE88-522B-9CB1F38EB30B}"/>
          </ac:spMkLst>
        </pc:spChg>
      </pc:sldChg>
      <pc:sldChg chg="addSp new mod">
        <pc:chgData name="Pavithra Yuvaraj" userId="c9a9934f14c5a20d" providerId="LiveId" clId="{9D138E8F-448E-4B68-9B20-929C3F7066AC}" dt="2025-11-15T17:04:21.156" v="280" actId="22"/>
        <pc:sldMkLst>
          <pc:docMk/>
          <pc:sldMk cId="812773607" sldId="358"/>
        </pc:sldMkLst>
        <pc:spChg chg="add">
          <ac:chgData name="Pavithra Yuvaraj" userId="c9a9934f14c5a20d" providerId="LiveId" clId="{9D138E8F-448E-4B68-9B20-929C3F7066AC}" dt="2025-11-15T17:04:21.156" v="280" actId="22"/>
          <ac:spMkLst>
            <pc:docMk/>
            <pc:sldMk cId="812773607" sldId="358"/>
            <ac:spMk id="3" creationId="{E4B58E50-5BF2-BD1E-5DA2-C049495FE43C}"/>
          </ac:spMkLst>
        </pc:spChg>
      </pc:sldChg>
      <pc:sldChg chg="addSp new mod">
        <pc:chgData name="Pavithra Yuvaraj" userId="c9a9934f14c5a20d" providerId="LiveId" clId="{9D138E8F-448E-4B68-9B20-929C3F7066AC}" dt="2025-11-15T17:05:08.475" v="284" actId="22"/>
        <pc:sldMkLst>
          <pc:docMk/>
          <pc:sldMk cId="1794485448" sldId="359"/>
        </pc:sldMkLst>
        <pc:spChg chg="add">
          <ac:chgData name="Pavithra Yuvaraj" userId="c9a9934f14c5a20d" providerId="LiveId" clId="{9D138E8F-448E-4B68-9B20-929C3F7066AC}" dt="2025-11-15T17:05:08.475" v="284" actId="22"/>
          <ac:spMkLst>
            <pc:docMk/>
            <pc:sldMk cId="1794485448" sldId="359"/>
            <ac:spMk id="3" creationId="{13FB7223-2C67-2CA5-DB56-5A1D0FD906F2}"/>
          </ac:spMkLst>
        </pc:spChg>
      </pc:sldChg>
      <pc:sldChg chg="new del">
        <pc:chgData name="Pavithra Yuvaraj" userId="c9a9934f14c5a20d" providerId="LiveId" clId="{9D138E8F-448E-4B68-9B20-929C3F7066AC}" dt="2025-11-15T17:04:32.640" v="282" actId="680"/>
        <pc:sldMkLst>
          <pc:docMk/>
          <pc:sldMk cId="2485505482" sldId="359"/>
        </pc:sldMkLst>
      </pc:sldChg>
      <pc:sldChg chg="addSp new mod">
        <pc:chgData name="Pavithra Yuvaraj" userId="c9a9934f14c5a20d" providerId="LiveId" clId="{9D138E8F-448E-4B68-9B20-929C3F7066AC}" dt="2025-11-15T17:05:27.205" v="286" actId="22"/>
        <pc:sldMkLst>
          <pc:docMk/>
          <pc:sldMk cId="1911930615" sldId="360"/>
        </pc:sldMkLst>
        <pc:spChg chg="add">
          <ac:chgData name="Pavithra Yuvaraj" userId="c9a9934f14c5a20d" providerId="LiveId" clId="{9D138E8F-448E-4B68-9B20-929C3F7066AC}" dt="2025-11-15T17:05:27.205" v="286" actId="22"/>
          <ac:spMkLst>
            <pc:docMk/>
            <pc:sldMk cId="1911930615" sldId="360"/>
            <ac:spMk id="3" creationId="{0855C81F-D21D-9868-9EC0-4A7DB07B5649}"/>
          </ac:spMkLst>
        </pc:spChg>
      </pc:sldChg>
      <pc:sldChg chg="addSp new mod">
        <pc:chgData name="Pavithra Yuvaraj" userId="c9a9934f14c5a20d" providerId="LiveId" clId="{9D138E8F-448E-4B68-9B20-929C3F7066AC}" dt="2025-11-15T17:05:45.295" v="288" actId="22"/>
        <pc:sldMkLst>
          <pc:docMk/>
          <pc:sldMk cId="2904039129" sldId="361"/>
        </pc:sldMkLst>
        <pc:spChg chg="add">
          <ac:chgData name="Pavithra Yuvaraj" userId="c9a9934f14c5a20d" providerId="LiveId" clId="{9D138E8F-448E-4B68-9B20-929C3F7066AC}" dt="2025-11-15T17:05:45.295" v="288" actId="22"/>
          <ac:spMkLst>
            <pc:docMk/>
            <pc:sldMk cId="2904039129" sldId="361"/>
            <ac:spMk id="3" creationId="{C984D94C-915E-487A-B538-2A372BD9DB77}"/>
          </ac:spMkLst>
        </pc:spChg>
      </pc:sldChg>
      <pc:sldChg chg="addSp new mod">
        <pc:chgData name="Pavithra Yuvaraj" userId="c9a9934f14c5a20d" providerId="LiveId" clId="{9D138E8F-448E-4B68-9B20-929C3F7066AC}" dt="2025-11-15T17:06:07.938" v="290" actId="22"/>
        <pc:sldMkLst>
          <pc:docMk/>
          <pc:sldMk cId="434803883" sldId="362"/>
        </pc:sldMkLst>
        <pc:spChg chg="add">
          <ac:chgData name="Pavithra Yuvaraj" userId="c9a9934f14c5a20d" providerId="LiveId" clId="{9D138E8F-448E-4B68-9B20-929C3F7066AC}" dt="2025-11-15T17:06:07.938" v="290" actId="22"/>
          <ac:spMkLst>
            <pc:docMk/>
            <pc:sldMk cId="434803883" sldId="362"/>
            <ac:spMk id="3" creationId="{835F7702-E145-3E27-8572-ACA264DF0CD5}"/>
          </ac:spMkLst>
        </pc:spChg>
      </pc:sldChg>
      <pc:sldChg chg="addSp new mod">
        <pc:chgData name="Pavithra Yuvaraj" userId="c9a9934f14c5a20d" providerId="LiveId" clId="{9D138E8F-448E-4B68-9B20-929C3F7066AC}" dt="2025-11-15T17:06:25.381" v="292" actId="22"/>
        <pc:sldMkLst>
          <pc:docMk/>
          <pc:sldMk cId="2866302370" sldId="363"/>
        </pc:sldMkLst>
        <pc:spChg chg="add">
          <ac:chgData name="Pavithra Yuvaraj" userId="c9a9934f14c5a20d" providerId="LiveId" clId="{9D138E8F-448E-4B68-9B20-929C3F7066AC}" dt="2025-11-15T17:06:25.381" v="292" actId="22"/>
          <ac:spMkLst>
            <pc:docMk/>
            <pc:sldMk cId="2866302370" sldId="363"/>
            <ac:spMk id="3" creationId="{D8F3EA30-A931-2B5C-B1B6-57FADD1C3A41}"/>
          </ac:spMkLst>
        </pc:spChg>
      </pc:sldChg>
      <pc:sldChg chg="addSp new mod">
        <pc:chgData name="Pavithra Yuvaraj" userId="c9a9934f14c5a20d" providerId="LiveId" clId="{9D138E8F-448E-4B68-9B20-929C3F7066AC}" dt="2025-11-15T17:06:41.227" v="294" actId="22"/>
        <pc:sldMkLst>
          <pc:docMk/>
          <pc:sldMk cId="569593120" sldId="364"/>
        </pc:sldMkLst>
        <pc:spChg chg="add">
          <ac:chgData name="Pavithra Yuvaraj" userId="c9a9934f14c5a20d" providerId="LiveId" clId="{9D138E8F-448E-4B68-9B20-929C3F7066AC}" dt="2025-11-15T17:06:41.227" v="294" actId="22"/>
          <ac:spMkLst>
            <pc:docMk/>
            <pc:sldMk cId="569593120" sldId="364"/>
            <ac:spMk id="3" creationId="{74D82277-0340-CA9F-3062-FE3BF0BB9F3F}"/>
          </ac:spMkLst>
        </pc:spChg>
      </pc:sldChg>
      <pc:sldChg chg="addSp delSp new mod">
        <pc:chgData name="Pavithra Yuvaraj" userId="c9a9934f14c5a20d" providerId="LiveId" clId="{9D138E8F-448E-4B68-9B20-929C3F7066AC}" dt="2025-11-15T17:07:29.786" v="298" actId="22"/>
        <pc:sldMkLst>
          <pc:docMk/>
          <pc:sldMk cId="2369815176" sldId="365"/>
        </pc:sldMkLst>
        <pc:spChg chg="add del">
          <ac:chgData name="Pavithra Yuvaraj" userId="c9a9934f14c5a20d" providerId="LiveId" clId="{9D138E8F-448E-4B68-9B20-929C3F7066AC}" dt="2025-11-15T17:07:28.963" v="297" actId="22"/>
          <ac:spMkLst>
            <pc:docMk/>
            <pc:sldMk cId="2369815176" sldId="365"/>
            <ac:spMk id="3" creationId="{0C7EE98D-C9D2-0AEB-B869-13409D0191F3}"/>
          </ac:spMkLst>
        </pc:spChg>
        <pc:spChg chg="add">
          <ac:chgData name="Pavithra Yuvaraj" userId="c9a9934f14c5a20d" providerId="LiveId" clId="{9D138E8F-448E-4B68-9B20-929C3F7066AC}" dt="2025-11-15T17:07:29.786" v="298" actId="22"/>
          <ac:spMkLst>
            <pc:docMk/>
            <pc:sldMk cId="2369815176" sldId="365"/>
            <ac:spMk id="5" creationId="{B5E367EB-6F1A-1DD0-3587-003BF12681E2}"/>
          </ac:spMkLst>
        </pc:spChg>
      </pc:sldChg>
      <pc:sldChg chg="addSp new mod">
        <pc:chgData name="Pavithra Yuvaraj" userId="c9a9934f14c5a20d" providerId="LiveId" clId="{9D138E8F-448E-4B68-9B20-929C3F7066AC}" dt="2025-11-15T17:07:51.113" v="300" actId="22"/>
        <pc:sldMkLst>
          <pc:docMk/>
          <pc:sldMk cId="3399297369" sldId="366"/>
        </pc:sldMkLst>
        <pc:spChg chg="add">
          <ac:chgData name="Pavithra Yuvaraj" userId="c9a9934f14c5a20d" providerId="LiveId" clId="{9D138E8F-448E-4B68-9B20-929C3F7066AC}" dt="2025-11-15T17:07:51.113" v="300" actId="22"/>
          <ac:spMkLst>
            <pc:docMk/>
            <pc:sldMk cId="3399297369" sldId="366"/>
            <ac:spMk id="3" creationId="{8C6A9454-8BDE-2614-3912-0194FC062657}"/>
          </ac:spMkLst>
        </pc:spChg>
      </pc:sldChg>
      <pc:sldChg chg="addSp modSp new mod">
        <pc:chgData name="Pavithra Yuvaraj" userId="c9a9934f14c5a20d" providerId="LiveId" clId="{9D138E8F-448E-4B68-9B20-929C3F7066AC}" dt="2025-11-15T17:08:12.813" v="303" actId="14100"/>
        <pc:sldMkLst>
          <pc:docMk/>
          <pc:sldMk cId="2117103897" sldId="367"/>
        </pc:sldMkLst>
        <pc:spChg chg="add mod">
          <ac:chgData name="Pavithra Yuvaraj" userId="c9a9934f14c5a20d" providerId="LiveId" clId="{9D138E8F-448E-4B68-9B20-929C3F7066AC}" dt="2025-11-15T17:08:12.813" v="303" actId="14100"/>
          <ac:spMkLst>
            <pc:docMk/>
            <pc:sldMk cId="2117103897" sldId="367"/>
            <ac:spMk id="3" creationId="{37FB96F1-037C-D676-42AF-9F79E3BD8C56}"/>
          </ac:spMkLst>
        </pc:spChg>
      </pc:sldChg>
      <pc:sldChg chg="addSp new mod">
        <pc:chgData name="Pavithra Yuvaraj" userId="c9a9934f14c5a20d" providerId="LiveId" clId="{9D138E8F-448E-4B68-9B20-929C3F7066AC}" dt="2025-11-15T17:08:28.637" v="305" actId="22"/>
        <pc:sldMkLst>
          <pc:docMk/>
          <pc:sldMk cId="2578127973" sldId="368"/>
        </pc:sldMkLst>
        <pc:spChg chg="add">
          <ac:chgData name="Pavithra Yuvaraj" userId="c9a9934f14c5a20d" providerId="LiveId" clId="{9D138E8F-448E-4B68-9B20-929C3F7066AC}" dt="2025-11-15T17:08:28.637" v="305" actId="22"/>
          <ac:spMkLst>
            <pc:docMk/>
            <pc:sldMk cId="2578127973" sldId="368"/>
            <ac:spMk id="3" creationId="{18F670E8-6BB8-BBB0-59D4-FDF7CCDC6CEF}"/>
          </ac:spMkLst>
        </pc:spChg>
      </pc:sldChg>
      <pc:sldChg chg="addSp new mod">
        <pc:chgData name="Pavithra Yuvaraj" userId="c9a9934f14c5a20d" providerId="LiveId" clId="{9D138E8F-448E-4B68-9B20-929C3F7066AC}" dt="2025-11-15T17:09:14.929" v="307" actId="22"/>
        <pc:sldMkLst>
          <pc:docMk/>
          <pc:sldMk cId="2514812580" sldId="369"/>
        </pc:sldMkLst>
        <pc:spChg chg="add">
          <ac:chgData name="Pavithra Yuvaraj" userId="c9a9934f14c5a20d" providerId="LiveId" clId="{9D138E8F-448E-4B68-9B20-929C3F7066AC}" dt="2025-11-15T17:09:14.929" v="307" actId="22"/>
          <ac:spMkLst>
            <pc:docMk/>
            <pc:sldMk cId="2514812580" sldId="369"/>
            <ac:spMk id="3" creationId="{12366F74-1172-3A18-F3FD-81B2BBC00610}"/>
          </ac:spMkLst>
        </pc:spChg>
      </pc:sldChg>
      <pc:sldChg chg="addSp new mod">
        <pc:chgData name="Pavithra Yuvaraj" userId="c9a9934f14c5a20d" providerId="LiveId" clId="{9D138E8F-448E-4B68-9B20-929C3F7066AC}" dt="2025-11-15T17:09:38.114" v="309" actId="22"/>
        <pc:sldMkLst>
          <pc:docMk/>
          <pc:sldMk cId="4285007798" sldId="370"/>
        </pc:sldMkLst>
        <pc:spChg chg="add">
          <ac:chgData name="Pavithra Yuvaraj" userId="c9a9934f14c5a20d" providerId="LiveId" clId="{9D138E8F-448E-4B68-9B20-929C3F7066AC}" dt="2025-11-15T17:09:38.114" v="309" actId="22"/>
          <ac:spMkLst>
            <pc:docMk/>
            <pc:sldMk cId="4285007798" sldId="370"/>
            <ac:spMk id="3" creationId="{6EF2EA19-064F-4953-080F-BBFFC1807FFB}"/>
          </ac:spMkLst>
        </pc:spChg>
      </pc:sldChg>
      <pc:sldChg chg="addSp modSp new mod">
        <pc:chgData name="Pavithra Yuvaraj" userId="c9a9934f14c5a20d" providerId="LiveId" clId="{9D138E8F-448E-4B68-9B20-929C3F7066AC}" dt="2025-11-15T17:10:31.606" v="323" actId="20577"/>
        <pc:sldMkLst>
          <pc:docMk/>
          <pc:sldMk cId="2990970983" sldId="371"/>
        </pc:sldMkLst>
        <pc:spChg chg="add mod">
          <ac:chgData name="Pavithra Yuvaraj" userId="c9a9934f14c5a20d" providerId="LiveId" clId="{9D138E8F-448E-4B68-9B20-929C3F7066AC}" dt="2025-11-15T17:10:31.606" v="323" actId="20577"/>
          <ac:spMkLst>
            <pc:docMk/>
            <pc:sldMk cId="2990970983" sldId="371"/>
            <ac:spMk id="3" creationId="{E11086BB-CC46-9A93-93E8-99251E1E6ADA}"/>
          </ac:spMkLst>
        </pc:spChg>
      </pc:sldChg>
      <pc:sldChg chg="addSp modSp new mod">
        <pc:chgData name="Pavithra Yuvaraj" userId="c9a9934f14c5a20d" providerId="LiveId" clId="{9D138E8F-448E-4B68-9B20-929C3F7066AC}" dt="2025-11-15T17:10:59.556" v="337" actId="20577"/>
        <pc:sldMkLst>
          <pc:docMk/>
          <pc:sldMk cId="2644916706" sldId="372"/>
        </pc:sldMkLst>
        <pc:spChg chg="add mod">
          <ac:chgData name="Pavithra Yuvaraj" userId="c9a9934f14c5a20d" providerId="LiveId" clId="{9D138E8F-448E-4B68-9B20-929C3F7066AC}" dt="2025-11-15T17:10:59.556" v="337" actId="20577"/>
          <ac:spMkLst>
            <pc:docMk/>
            <pc:sldMk cId="2644916706" sldId="372"/>
            <ac:spMk id="3" creationId="{BB669BF3-8E04-1B55-FE46-6E6B8F28EF01}"/>
          </ac:spMkLst>
        </pc:spChg>
      </pc:sldChg>
      <pc:sldChg chg="addSp modSp new mod">
        <pc:chgData name="Pavithra Yuvaraj" userId="c9a9934f14c5a20d" providerId="LiveId" clId="{9D138E8F-448E-4B68-9B20-929C3F7066AC}" dt="2025-11-15T17:11:22.406" v="351" actId="20577"/>
        <pc:sldMkLst>
          <pc:docMk/>
          <pc:sldMk cId="1669409833" sldId="373"/>
        </pc:sldMkLst>
        <pc:spChg chg="add mod">
          <ac:chgData name="Pavithra Yuvaraj" userId="c9a9934f14c5a20d" providerId="LiveId" clId="{9D138E8F-448E-4B68-9B20-929C3F7066AC}" dt="2025-11-15T17:11:22.406" v="351" actId="20577"/>
          <ac:spMkLst>
            <pc:docMk/>
            <pc:sldMk cId="1669409833" sldId="373"/>
            <ac:spMk id="3" creationId="{4AE8435D-5859-9A7A-3826-C186FD51CEF3}"/>
          </ac:spMkLst>
        </pc:spChg>
      </pc:sldChg>
      <pc:sldChg chg="addSp new mod">
        <pc:chgData name="Pavithra Yuvaraj" userId="c9a9934f14c5a20d" providerId="LiveId" clId="{9D138E8F-448E-4B68-9B20-929C3F7066AC}" dt="2025-11-15T17:12:00.578" v="353" actId="22"/>
        <pc:sldMkLst>
          <pc:docMk/>
          <pc:sldMk cId="4268354205" sldId="374"/>
        </pc:sldMkLst>
        <pc:spChg chg="add">
          <ac:chgData name="Pavithra Yuvaraj" userId="c9a9934f14c5a20d" providerId="LiveId" clId="{9D138E8F-448E-4B68-9B20-929C3F7066AC}" dt="2025-11-15T17:12:00.578" v="353" actId="22"/>
          <ac:spMkLst>
            <pc:docMk/>
            <pc:sldMk cId="4268354205" sldId="374"/>
            <ac:spMk id="3" creationId="{D8330B6C-49C6-BD85-1D04-E0CB960D8CBA}"/>
          </ac:spMkLst>
        </pc:spChg>
      </pc:sldChg>
      <pc:sldChg chg="addSp new mod">
        <pc:chgData name="Pavithra Yuvaraj" userId="c9a9934f14c5a20d" providerId="LiveId" clId="{9D138E8F-448E-4B68-9B20-929C3F7066AC}" dt="2025-11-15T17:13:09.336" v="355" actId="22"/>
        <pc:sldMkLst>
          <pc:docMk/>
          <pc:sldMk cId="2144740767" sldId="375"/>
        </pc:sldMkLst>
        <pc:picChg chg="add">
          <ac:chgData name="Pavithra Yuvaraj" userId="c9a9934f14c5a20d" providerId="LiveId" clId="{9D138E8F-448E-4B68-9B20-929C3F7066AC}" dt="2025-11-15T17:13:09.336" v="355" actId="22"/>
          <ac:picMkLst>
            <pc:docMk/>
            <pc:sldMk cId="2144740767" sldId="375"/>
            <ac:picMk id="3" creationId="{ECEB16B7-AF23-B37D-A5C6-A66F1CADFC21}"/>
          </ac:picMkLst>
        </pc:picChg>
      </pc:sldChg>
      <pc:sldChg chg="addSp new mod">
        <pc:chgData name="Pavithra Yuvaraj" userId="c9a9934f14c5a20d" providerId="LiveId" clId="{9D138E8F-448E-4B68-9B20-929C3F7066AC}" dt="2025-11-15T17:14:06.516" v="357" actId="22"/>
        <pc:sldMkLst>
          <pc:docMk/>
          <pc:sldMk cId="1682315802" sldId="376"/>
        </pc:sldMkLst>
        <pc:picChg chg="add">
          <ac:chgData name="Pavithra Yuvaraj" userId="c9a9934f14c5a20d" providerId="LiveId" clId="{9D138E8F-448E-4B68-9B20-929C3F7066AC}" dt="2025-11-15T17:14:06.516" v="357" actId="22"/>
          <ac:picMkLst>
            <pc:docMk/>
            <pc:sldMk cId="1682315802" sldId="376"/>
            <ac:picMk id="3" creationId="{A3AB12AD-8C0B-1234-681D-4474FF413BCF}"/>
          </ac:picMkLst>
        </pc:picChg>
      </pc:sldChg>
      <pc:sldChg chg="addSp delSp modSp new mod">
        <pc:chgData name="Pavithra Yuvaraj" userId="c9a9934f14c5a20d" providerId="LiveId" clId="{9D138E8F-448E-4B68-9B20-929C3F7066AC}" dt="2025-11-15T17:16:27.846" v="522" actId="20577"/>
        <pc:sldMkLst>
          <pc:docMk/>
          <pc:sldMk cId="405385404" sldId="377"/>
        </pc:sldMkLst>
        <pc:spChg chg="add del">
          <ac:chgData name="Pavithra Yuvaraj" userId="c9a9934f14c5a20d" providerId="LiveId" clId="{9D138E8F-448E-4B68-9B20-929C3F7066AC}" dt="2025-11-15T17:15:13.748" v="360" actId="478"/>
          <ac:spMkLst>
            <pc:docMk/>
            <pc:sldMk cId="405385404" sldId="377"/>
            <ac:spMk id="3" creationId="{CABCFD7A-EE1B-D0E2-A92B-EF2601405B3C}"/>
          </ac:spMkLst>
        </pc:spChg>
        <pc:spChg chg="add mod">
          <ac:chgData name="Pavithra Yuvaraj" userId="c9a9934f14c5a20d" providerId="LiveId" clId="{9D138E8F-448E-4B68-9B20-929C3F7066AC}" dt="2025-11-15T17:16:27.846" v="522" actId="20577"/>
          <ac:spMkLst>
            <pc:docMk/>
            <pc:sldMk cId="405385404" sldId="377"/>
            <ac:spMk id="5" creationId="{A0F4002C-38FD-9573-0FA3-47ACB7A3A0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43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47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7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455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5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58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8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4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5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80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263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6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1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056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63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17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794BBAB-40AB-4F2D-9B0F-C49F16227B5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975F9F4-94C7-4D59-B672-E10C6D6E1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50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10A9-378F-F823-E78D-F6198282FB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Edu2Job Predicting Job Roles from Educational Background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9ED4D-3A16-DC6C-1D7D-7BFFBC9F0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OF THIS PROJECT AND MILESTONE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6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F5656-1980-77AB-568D-D07583BCE10B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Project Overview: Predicting Suitable Job Roles from Education Details</a:t>
            </a:r>
          </a:p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The main goal of this project is to </a:t>
            </a:r>
            <a:r>
              <a:rPr lang="en-US" b="1" dirty="0"/>
              <a:t>help students and professionals discover the most suitable job roles</a:t>
            </a:r>
            <a:r>
              <a:rPr lang="en-US" dirty="0"/>
              <a:t> based on their </a:t>
            </a:r>
            <a:r>
              <a:rPr lang="en-US" b="1" dirty="0"/>
              <a:t>education background</a:t>
            </a:r>
            <a:r>
              <a:rPr lang="en-US" dirty="0"/>
              <a:t> and </a:t>
            </a:r>
            <a:r>
              <a:rPr lang="en-US" b="1" dirty="0"/>
              <a:t>skills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Using </a:t>
            </a:r>
            <a:r>
              <a:rPr lang="en-US" b="1" dirty="0"/>
              <a:t>Machine Learning (ML)</a:t>
            </a:r>
            <a:r>
              <a:rPr lang="en-US" dirty="0"/>
              <a:t> and </a:t>
            </a:r>
            <a:r>
              <a:rPr lang="en-US" b="1" dirty="0"/>
              <a:t>Data Analytics</a:t>
            </a:r>
            <a:r>
              <a:rPr lang="en-US" dirty="0"/>
              <a:t>, the system analyzes the user’s academic details and predicts job roles that best match their profile.</a:t>
            </a:r>
          </a:p>
        </p:txBody>
      </p:sp>
    </p:spTree>
    <p:extLst>
      <p:ext uri="{BB962C8B-B14F-4D97-AF65-F5344CB8AC3E}">
        <p14:creationId xmlns:p14="http://schemas.microsoft.com/office/powerpoint/2010/main" val="170654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E1327-502F-5439-0B36-59C32B8A9461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💡 Problem Statement</a:t>
            </a:r>
          </a:p>
          <a:p>
            <a:pPr>
              <a:buNone/>
            </a:pPr>
            <a:r>
              <a:rPr lang="en-US" dirty="0"/>
              <a:t>Many students struggle to choose the right career after graduation because they: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Don’t know which jobs fit their qualifications.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unaware of other roles that match their skills.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career guidance based on real data.</a:t>
            </a:r>
          </a:p>
          <a:p>
            <a:pPr>
              <a:buNone/>
            </a:pPr>
            <a:r>
              <a:rPr lang="en-US" dirty="0"/>
              <a:t>This project bridges that gap by creating a </a:t>
            </a:r>
            <a:r>
              <a:rPr lang="en-US" b="1" dirty="0"/>
              <a:t>data-driven recommendation system</a:t>
            </a:r>
            <a:r>
              <a:rPr lang="en-US" dirty="0"/>
              <a:t> that connects </a:t>
            </a:r>
            <a:r>
              <a:rPr lang="en-US" b="1" dirty="0"/>
              <a:t>education → career path</a:t>
            </a:r>
            <a:r>
              <a:rPr lang="en-US" dirty="0"/>
              <a:t>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71135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CCACE9-54D2-882C-2476-BD1102288749}"/>
              </a:ext>
            </a:extLst>
          </p:cNvPr>
          <p:cNvSpPr txBox="1"/>
          <p:nvPr/>
        </p:nvSpPr>
        <p:spPr>
          <a:xfrm>
            <a:off x="1023257" y="49139"/>
            <a:ext cx="882831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⚙️ How the System Works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Authentication &amp; Profile Management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Users sign up securely (using </a:t>
            </a:r>
            <a:r>
              <a:rPr lang="en-US" b="1" dirty="0"/>
              <a:t>JWT</a:t>
            </a:r>
            <a:r>
              <a:rPr lang="en-US" dirty="0"/>
              <a:t> or </a:t>
            </a:r>
            <a:r>
              <a:rPr lang="en-US" b="1" dirty="0"/>
              <a:t>Google Login</a:t>
            </a:r>
            <a:r>
              <a:rPr lang="en-US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Each user has a personal dashboard that saves their profile and prediction history.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Education Details Input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user enters their academic data such as: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Degree, specialization, CGPA, year of graduation, certifications, etc.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data is cleaned and prepared (encoded, normalized) for ML processing.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Job Role Prediction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system uses a </a:t>
            </a:r>
            <a:r>
              <a:rPr lang="en-US" b="1" dirty="0"/>
              <a:t>trained Machine Learning model</a:t>
            </a:r>
            <a:r>
              <a:rPr lang="en-US" dirty="0"/>
              <a:t> (like </a:t>
            </a:r>
            <a:r>
              <a:rPr lang="en-US" b="1" dirty="0"/>
              <a:t>Random Forest</a:t>
            </a:r>
            <a:r>
              <a:rPr lang="en-US" dirty="0"/>
              <a:t> or </a:t>
            </a:r>
            <a:r>
              <a:rPr lang="en-US" b="1" dirty="0" err="1"/>
              <a:t>XGBoost</a:t>
            </a:r>
            <a:r>
              <a:rPr lang="en-US" dirty="0"/>
              <a:t>) to predict the </a:t>
            </a:r>
            <a:r>
              <a:rPr lang="en-US" b="1" dirty="0"/>
              <a:t>top 3–5 job roles</a:t>
            </a:r>
            <a:r>
              <a:rPr lang="en-US" dirty="0"/>
              <a:t> suitable for the user.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results include </a:t>
            </a:r>
            <a:r>
              <a:rPr lang="en-US" b="1" dirty="0"/>
              <a:t>confidence scores</a:t>
            </a:r>
            <a:r>
              <a:rPr lang="en-US" dirty="0"/>
              <a:t> and explanations (e.g., skills match, overlapping domains).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Visualization &amp; Insights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dashboard shows graphs and charts that highlight: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Trends between education and job outcomes.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Which degrees commonly lead to which job roles.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Users can compare their data with others having similar profiles.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Admin Controls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Admins can upload new training datasets.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Retrain the ML model for better accuracy.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Manage users and handle flagged or incorrect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404603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16EFC-84C0-7C73-A5F0-0393179AB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1114102"/>
            <a:ext cx="8754697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3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6E74F-661E-008D-821A-46826714DB76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🧾 Expected Outcomes</a:t>
            </a:r>
          </a:p>
          <a:p>
            <a:pPr>
              <a:buNone/>
            </a:pPr>
            <a:r>
              <a:rPr lang="en-US" dirty="0"/>
              <a:t>✅ A working system that predicts job roles based on education details.</a:t>
            </a:r>
            <a:br>
              <a:rPr lang="en-US" dirty="0"/>
            </a:br>
            <a:r>
              <a:rPr lang="en-US" dirty="0"/>
              <a:t>✅ A user-friendly dashboard showing predictions and insights.</a:t>
            </a:r>
            <a:br>
              <a:rPr lang="en-US" dirty="0"/>
            </a:br>
            <a:r>
              <a:rPr lang="en-US" dirty="0"/>
              <a:t>✅ Admin tools for managing data, retraining models, and reviewing predictions.</a:t>
            </a:r>
            <a:br>
              <a:rPr lang="en-US" dirty="0"/>
            </a:br>
            <a:r>
              <a:rPr lang="en-US" dirty="0"/>
              <a:t>✅ Secure, role-based login for users and admins.</a:t>
            </a:r>
          </a:p>
        </p:txBody>
      </p:sp>
    </p:spTree>
    <p:extLst>
      <p:ext uri="{BB962C8B-B14F-4D97-AF65-F5344CB8AC3E}">
        <p14:creationId xmlns:p14="http://schemas.microsoft.com/office/powerpoint/2010/main" val="289629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F2CF4-5E83-BE28-D0A2-BB31026E0287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🌍 Real-World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Career counseling platforms</a:t>
            </a:r>
            <a:r>
              <a:rPr lang="en-US" dirty="0"/>
              <a:t> and </a:t>
            </a:r>
            <a:r>
              <a:rPr lang="en-US" b="1" dirty="0"/>
              <a:t>college placement systems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HR analytics tools</a:t>
            </a:r>
            <a:r>
              <a:rPr lang="en-US" dirty="0"/>
              <a:t> for recruitment.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Educational institutions</a:t>
            </a:r>
            <a:r>
              <a:rPr lang="en-US" dirty="0"/>
              <a:t> guiding students on career paths.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Online learning platforms</a:t>
            </a:r>
            <a:r>
              <a:rPr lang="en-US" dirty="0"/>
              <a:t> recommending courses for specific job roles.</a:t>
            </a:r>
          </a:p>
        </p:txBody>
      </p:sp>
    </p:spTree>
    <p:extLst>
      <p:ext uri="{BB962C8B-B14F-4D97-AF65-F5344CB8AC3E}">
        <p14:creationId xmlns:p14="http://schemas.microsoft.com/office/powerpoint/2010/main" val="293575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43CAA0-F627-B826-D72D-7B8AA25C3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40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3703E-A3B3-8682-4076-25961C699CB6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Milestone 1 (Weeks 1–3): User Authentication and Profile Management</a:t>
            </a:r>
          </a:p>
          <a:p>
            <a:pPr>
              <a:buNone/>
            </a:pPr>
            <a:r>
              <a:rPr lang="en-US" dirty="0"/>
              <a:t>This is the </a:t>
            </a:r>
            <a:r>
              <a:rPr lang="en-US" b="1" dirty="0"/>
              <a:t>starting phase</a:t>
            </a:r>
            <a:r>
              <a:rPr lang="en-US" dirty="0"/>
              <a:t> of the project where the main goal is to set up a </a:t>
            </a:r>
            <a:r>
              <a:rPr lang="en-US" b="1" dirty="0"/>
              <a:t>secure user system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Students will build the foundation that allows users to log in, create profiles, and manage their personal and academic data.</a:t>
            </a:r>
          </a:p>
        </p:txBody>
      </p:sp>
    </p:spTree>
    <p:extLst>
      <p:ext uri="{BB962C8B-B14F-4D97-AF65-F5344CB8AC3E}">
        <p14:creationId xmlns:p14="http://schemas.microsoft.com/office/powerpoint/2010/main" val="1433023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A8E25-FB2A-A469-5C22-1869A2990ABB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🧩 Main Objectives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Registration &amp; Login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Implement </a:t>
            </a:r>
            <a:r>
              <a:rPr lang="en-US" b="1" dirty="0"/>
              <a:t>JWT (JSON Web Token)</a:t>
            </a:r>
            <a:r>
              <a:rPr lang="en-US" dirty="0"/>
              <a:t> authentication for secure login.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b="1" dirty="0"/>
              <a:t>Google OAuth</a:t>
            </a:r>
            <a:r>
              <a:rPr lang="en-US" dirty="0"/>
              <a:t> for one-click sign-in using Google accounts.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 passwords and user data are securely stored.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Profile Management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After login, users should have a </a:t>
            </a:r>
            <a:r>
              <a:rPr lang="en-US" b="1" dirty="0"/>
              <a:t>dashboard</a:t>
            </a:r>
            <a:r>
              <a:rPr lang="en-US" dirty="0"/>
              <a:t> that shows: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Their </a:t>
            </a:r>
            <a:r>
              <a:rPr lang="en-US" b="1" dirty="0"/>
              <a:t>personal details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Their </a:t>
            </a:r>
            <a:r>
              <a:rPr lang="en-US" b="1" dirty="0"/>
              <a:t>history of job predictions</a:t>
            </a:r>
            <a:r>
              <a:rPr lang="en-US" dirty="0"/>
              <a:t> (saved from later milestones)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Enable users to </a:t>
            </a:r>
            <a:r>
              <a:rPr lang="en-US" b="1" dirty="0"/>
              <a:t>edit or update</a:t>
            </a:r>
            <a:r>
              <a:rPr lang="en-US" dirty="0"/>
              <a:t> their academic and personal information.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Role-Based Access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Implement access control so that: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Users</a:t>
            </a:r>
            <a:r>
              <a:rPr lang="en-US" dirty="0"/>
              <a:t> can input education data and get predictions.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Admins</a:t>
            </a:r>
            <a:r>
              <a:rPr lang="en-US" dirty="0"/>
              <a:t> can manage datasets, monitor user activity, and retrain models (in later milestones).</a:t>
            </a:r>
          </a:p>
        </p:txBody>
      </p:sp>
    </p:spTree>
    <p:extLst>
      <p:ext uri="{BB962C8B-B14F-4D97-AF65-F5344CB8AC3E}">
        <p14:creationId xmlns:p14="http://schemas.microsoft.com/office/powerpoint/2010/main" val="173862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A95FAF-E7EE-B164-8BBD-C9002F481DDD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Expected Output by End of Milestone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fully functional login system</a:t>
            </a:r>
            <a:r>
              <a:rPr lang="en-US" dirty="0"/>
              <a:t> using JWT and/or Google OAuth.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user profile page</a:t>
            </a:r>
            <a:r>
              <a:rPr lang="en-US" dirty="0"/>
              <a:t> that stores and displays: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info (name, email)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Academic info (degree, specialization,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 data handling</a:t>
            </a:r>
            <a:r>
              <a:rPr lang="en-US" dirty="0"/>
              <a:t> (no plain-text passwords, session security).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dashboard layout</a:t>
            </a:r>
            <a:r>
              <a:rPr lang="en-US" dirty="0"/>
              <a:t> ready for integration with later modules (like job prediction results).</a:t>
            </a:r>
          </a:p>
        </p:txBody>
      </p:sp>
    </p:spTree>
    <p:extLst>
      <p:ext uri="{BB962C8B-B14F-4D97-AF65-F5344CB8AC3E}">
        <p14:creationId xmlns:p14="http://schemas.microsoft.com/office/powerpoint/2010/main" val="271738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5B166-0582-CF5E-63FA-D035A64E7D38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Evaluation Criteria (as per document)</a:t>
            </a:r>
          </a:p>
          <a:p>
            <a:pPr>
              <a:buNone/>
            </a:pPr>
            <a:r>
              <a:rPr lang="en-US" dirty="0"/>
              <a:t>To successfully complete Milestone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Registration and login should work correctly and securely.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JWT and Google OAuth must both be implemented.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data (profile and login info) should be saved in the database and retrievable.</a:t>
            </a:r>
          </a:p>
        </p:txBody>
      </p:sp>
    </p:spTree>
    <p:extLst>
      <p:ext uri="{BB962C8B-B14F-4D97-AF65-F5344CB8AC3E}">
        <p14:creationId xmlns:p14="http://schemas.microsoft.com/office/powerpoint/2010/main" val="2449460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5097EB-8F82-746B-D442-DCE1A1EB72F7}"/>
              </a:ext>
            </a:extLst>
          </p:cNvPr>
          <p:cNvSpPr txBox="1"/>
          <p:nvPr/>
        </p:nvSpPr>
        <p:spPr>
          <a:xfrm>
            <a:off x="2710543" y="2690336"/>
            <a:ext cx="64334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🧰 Technologies Typically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 / HTML /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Node.js or Python (Flask/Django)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MongoDB / MySQL / 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Authentication:</a:t>
            </a:r>
            <a:r>
              <a:rPr lang="en-IN" dirty="0"/>
              <a:t> JWT, Google OAuth API</a:t>
            </a:r>
          </a:p>
        </p:txBody>
      </p:sp>
    </p:spTree>
    <p:extLst>
      <p:ext uri="{BB962C8B-B14F-4D97-AF65-F5344CB8AC3E}">
        <p14:creationId xmlns:p14="http://schemas.microsoft.com/office/powerpoint/2010/main" val="83501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8BDF50-5C5B-3C4F-0810-C65314E0B3B7}"/>
              </a:ext>
            </a:extLst>
          </p:cNvPr>
          <p:cNvSpPr txBox="1"/>
          <p:nvPr/>
        </p:nvSpPr>
        <p:spPr>
          <a:xfrm>
            <a:off x="3048000" y="26903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🗓️ Milestone 1: User Authentication &amp; Profile Management </a:t>
            </a:r>
          </a:p>
          <a:p>
            <a:pPr>
              <a:buNone/>
            </a:pPr>
            <a:r>
              <a:rPr lang="en-US" b="1" dirty="0"/>
              <a:t>Goal:</a:t>
            </a:r>
            <a:r>
              <a:rPr lang="en-US" dirty="0"/>
              <a:t> By the end, students should be able to build a </a:t>
            </a:r>
            <a:r>
              <a:rPr lang="en-US" b="1" dirty="0"/>
              <a:t>secure login system</a:t>
            </a:r>
            <a:r>
              <a:rPr lang="en-US" dirty="0"/>
              <a:t> (JWT + Google OAuth), store user details, and create a </a:t>
            </a:r>
            <a:r>
              <a:rPr lang="en-US" b="1" dirty="0"/>
              <a:t>profile/dashboard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2720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70A642-85DB-398B-645B-5C52C27C1139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 – Project Introduction &amp;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overall project idea &amp; how Milestone 1 fits into the final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 the importance of authentication and user roles.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 required tools: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Backend: Node.js / Python (Flask or Django)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Frontend: React / HTML-CSS-JS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Database: MongoDB / 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Task: Set up project folder structure and Git repo.</a:t>
            </a:r>
          </a:p>
        </p:txBody>
      </p:sp>
    </p:spTree>
    <p:extLst>
      <p:ext uri="{BB962C8B-B14F-4D97-AF65-F5344CB8AC3E}">
        <p14:creationId xmlns:p14="http://schemas.microsoft.com/office/powerpoint/2010/main" val="898177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0E580-1A2C-711C-83B1-89B387D43CD5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for the Day</a:t>
            </a:r>
          </a:p>
          <a:p>
            <a:pPr>
              <a:buNone/>
            </a:pPr>
            <a:r>
              <a:rPr lang="en-US" dirty="0"/>
              <a:t>To help students understand what the project is about, how Milestone 1 fits into the full system, and to get their </a:t>
            </a:r>
            <a:r>
              <a:rPr lang="en-US" b="1" dirty="0"/>
              <a:t>development environment ready</a:t>
            </a:r>
            <a:r>
              <a:rPr lang="en-US" dirty="0"/>
              <a:t> (backend, frontend, and database setup).</a:t>
            </a:r>
          </a:p>
        </p:txBody>
      </p:sp>
    </p:spTree>
    <p:extLst>
      <p:ext uri="{BB962C8B-B14F-4D97-AF65-F5344CB8AC3E}">
        <p14:creationId xmlns:p14="http://schemas.microsoft.com/office/powerpoint/2010/main" val="235248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0AF260-64A6-04EC-D080-736BCE96736A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1. Explain the Overall Project Idea</a:t>
            </a:r>
          </a:p>
          <a:p>
            <a:pPr>
              <a:buNone/>
            </a:pPr>
            <a:r>
              <a:rPr lang="en-US" dirty="0"/>
              <a:t>The project is titled </a:t>
            </a:r>
            <a:r>
              <a:rPr lang="en-US" b="1" dirty="0"/>
              <a:t>“Predicting Suitable Job Roles from Education Details.”</a:t>
            </a:r>
            <a:br>
              <a:rPr lang="en-US" dirty="0"/>
            </a:br>
            <a:r>
              <a:rPr lang="en-US" dirty="0"/>
              <a:t>Its main goal is to </a:t>
            </a:r>
            <a:r>
              <a:rPr lang="en-US" b="1" dirty="0"/>
              <a:t>analyze a user’s educational background</a:t>
            </a:r>
            <a:r>
              <a:rPr lang="en-US" dirty="0"/>
              <a:t> (degree, specialization, CGPA, certifications, etc.) and predict </a:t>
            </a:r>
            <a:r>
              <a:rPr lang="en-US" b="1" dirty="0"/>
              <a:t>the most suitable job roles</a:t>
            </a:r>
            <a:r>
              <a:rPr lang="en-US" dirty="0"/>
              <a:t> for them using </a:t>
            </a:r>
            <a:r>
              <a:rPr lang="en-US" b="1" dirty="0"/>
              <a:t>Machine Learning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 system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 user education details as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the data and run it through a trained ML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top 3–5 job roles with confidence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the results on a dashboard with graphs and insights.</a:t>
            </a:r>
          </a:p>
        </p:txBody>
      </p:sp>
    </p:spTree>
    <p:extLst>
      <p:ext uri="{BB962C8B-B14F-4D97-AF65-F5344CB8AC3E}">
        <p14:creationId xmlns:p14="http://schemas.microsoft.com/office/powerpoint/2010/main" val="746561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6A627-BB99-8DAA-7A2D-0182F1C699E9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🧩 2. How Milestone 1 Fits into the Whole Project</a:t>
            </a:r>
          </a:p>
          <a:p>
            <a:pPr>
              <a:buNone/>
            </a:pPr>
            <a:r>
              <a:rPr lang="en-US" dirty="0"/>
              <a:t>Milestone 1 lays the </a:t>
            </a:r>
            <a:r>
              <a:rPr lang="en-US" b="1" dirty="0"/>
              <a:t>foundation</a:t>
            </a:r>
            <a:r>
              <a:rPr lang="en-US" dirty="0"/>
              <a:t> for the entire project.</a:t>
            </a:r>
            <a:br>
              <a:rPr lang="en-US" dirty="0"/>
            </a:br>
            <a:r>
              <a:rPr lang="en-US" dirty="0"/>
              <a:t>Before predicting anything, the system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b="1" dirty="0"/>
              <a:t>who</a:t>
            </a:r>
            <a:r>
              <a:rPr lang="en-US" dirty="0"/>
              <a:t> the user 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their </a:t>
            </a:r>
            <a:r>
              <a:rPr lang="en-US" b="1" dirty="0"/>
              <a:t>profile and academic details</a:t>
            </a:r>
            <a:r>
              <a:rPr lang="en-US" dirty="0"/>
              <a:t> securely.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users to </a:t>
            </a:r>
            <a:r>
              <a:rPr lang="en-US" b="1" dirty="0"/>
              <a:t>log in</a:t>
            </a:r>
            <a:r>
              <a:rPr lang="en-US" dirty="0"/>
              <a:t> (via email or Google) and </a:t>
            </a:r>
            <a:r>
              <a:rPr lang="en-US" b="1" dirty="0"/>
              <a:t>access</a:t>
            </a:r>
            <a:r>
              <a:rPr lang="en-US" dirty="0"/>
              <a:t> their dashboard.</a:t>
            </a:r>
          </a:p>
          <a:p>
            <a:pPr>
              <a:buNone/>
            </a:pPr>
            <a:r>
              <a:rPr lang="en-US" dirty="0"/>
              <a:t>So, in this milestone, the focus is on </a:t>
            </a:r>
            <a:r>
              <a:rPr lang="en-US" b="1" dirty="0"/>
              <a:t>User Authentication &amp; Profile Management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login and signup with JWT (secure tokens).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Google OAuth for easy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user dashboard to store and view their data.</a:t>
            </a:r>
          </a:p>
          <a:p>
            <a:pPr>
              <a:buNone/>
            </a:pPr>
            <a:r>
              <a:rPr lang="en-US" dirty="0"/>
              <a:t>Once this is done, later milestones can build on top of it (data input, prediction model, and visualization).</a:t>
            </a:r>
          </a:p>
        </p:txBody>
      </p:sp>
    </p:spTree>
    <p:extLst>
      <p:ext uri="{BB962C8B-B14F-4D97-AF65-F5344CB8AC3E}">
        <p14:creationId xmlns:p14="http://schemas.microsoft.com/office/powerpoint/2010/main" val="8171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45E99D-7D27-BA91-E6A3-901E60C9B8F7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🔐 3. Importance of Authentication and User Roles</a:t>
            </a:r>
          </a:p>
          <a:p>
            <a:pPr>
              <a:buNone/>
            </a:pPr>
            <a:r>
              <a:rPr lang="en-US" dirty="0"/>
              <a:t>Explain to students why authentication is </a:t>
            </a:r>
            <a:r>
              <a:rPr lang="en-US" b="1" dirty="0"/>
              <a:t>crucial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ensures </a:t>
            </a:r>
            <a:r>
              <a:rPr lang="en-US" b="1" dirty="0"/>
              <a:t>data security</a:t>
            </a:r>
            <a:r>
              <a:rPr lang="en-US" dirty="0"/>
              <a:t> — only authorized users can access their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maintain </a:t>
            </a:r>
            <a:r>
              <a:rPr lang="en-US" b="1" dirty="0"/>
              <a:t>personalized data</a:t>
            </a:r>
            <a:r>
              <a:rPr lang="en-US" dirty="0"/>
              <a:t> (each user’s predictions are unique).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enables </a:t>
            </a:r>
            <a:r>
              <a:rPr lang="en-US" b="1" dirty="0"/>
              <a:t>role-based access</a:t>
            </a:r>
            <a:r>
              <a:rPr lang="en-US" dirty="0"/>
              <a:t> — e.g.: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User:</a:t>
            </a:r>
            <a:r>
              <a:rPr lang="en-US" dirty="0"/>
              <a:t> Can input education details and see job suggestions.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Admin:</a:t>
            </a:r>
            <a:r>
              <a:rPr lang="en-US" dirty="0"/>
              <a:t> Can upload training data, manage predictions, retrain the model, and monitor users.</a:t>
            </a:r>
          </a:p>
          <a:p>
            <a:pPr>
              <a:buNone/>
            </a:pPr>
            <a:r>
              <a:rPr lang="en-US" dirty="0"/>
              <a:t>This sets the stage for a </a:t>
            </a:r>
            <a:r>
              <a:rPr lang="en-US" b="1" dirty="0"/>
              <a:t>secure and multi-user system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2994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F8536-2B0F-DFFE-3FDD-B0C44A9E550F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⚙️ 4. Install Required Tools</a:t>
            </a:r>
          </a:p>
          <a:p>
            <a:pPr>
              <a:buNone/>
            </a:pPr>
            <a:r>
              <a:rPr lang="en-IN" dirty="0"/>
              <a:t>Help students install or verify the following:</a:t>
            </a:r>
          </a:p>
          <a:p>
            <a:pPr>
              <a:buNone/>
            </a:pPr>
            <a:r>
              <a:rPr lang="en-IN" b="1" dirty="0"/>
              <a:t>🧰 Backend</a:t>
            </a:r>
          </a:p>
          <a:p>
            <a:pPr>
              <a:buNone/>
            </a:pPr>
            <a:r>
              <a:rPr lang="en-IN" dirty="0"/>
              <a:t>Choose either: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Node.js + Express</a:t>
            </a:r>
            <a:r>
              <a:rPr lang="en-IN" dirty="0"/>
              <a:t> (JavaScript-based backend),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Python (Flask/Django)</a:t>
            </a:r>
            <a:r>
              <a:rPr lang="en-IN" dirty="0"/>
              <a:t> for Python lovers.</a:t>
            </a:r>
          </a:p>
          <a:p>
            <a:pPr>
              <a:buNone/>
            </a:pPr>
            <a:r>
              <a:rPr lang="en-IN" dirty="0"/>
              <a:t>Purpose: Handles authentication logic, user management, and APIs.</a:t>
            </a:r>
          </a:p>
          <a:p>
            <a:pPr>
              <a:buNone/>
            </a:pPr>
            <a:r>
              <a:rPr lang="en-IN" b="1" dirty="0"/>
              <a:t>💻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React.js</a:t>
            </a:r>
            <a:r>
              <a:rPr lang="en-IN" dirty="0"/>
              <a:t> (recommended) or </a:t>
            </a:r>
            <a:r>
              <a:rPr lang="en-IN" b="1" dirty="0"/>
              <a:t>HTML/CSS/JavaScript</a:t>
            </a:r>
            <a:r>
              <a:rPr lang="en-IN" dirty="0"/>
              <a:t> for a simple interface.</a:t>
            </a:r>
            <a:br>
              <a:rPr lang="en-IN" dirty="0"/>
            </a:br>
            <a:r>
              <a:rPr lang="en-IN" dirty="0"/>
              <a:t>Purpose: To create user-friendly login, signup, and profile pages.</a:t>
            </a:r>
          </a:p>
          <a:p>
            <a:pPr>
              <a:buNone/>
            </a:pPr>
            <a:r>
              <a:rPr lang="en-IN" b="1" dirty="0"/>
              <a:t>🗄️ Database</a:t>
            </a:r>
          </a:p>
          <a:p>
            <a:pPr>
              <a:buNone/>
            </a:pPr>
            <a:r>
              <a:rPr lang="en-IN" dirty="0"/>
              <a:t>Choose based on preference: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MongoDB (NoSQL)</a:t>
            </a:r>
            <a:r>
              <a:rPr lang="en-IN" dirty="0"/>
              <a:t> – Flexible, good for quick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MySQL/PostgreSQL (SQL)</a:t>
            </a:r>
            <a:r>
              <a:rPr lang="en-IN" dirty="0"/>
              <a:t> – Structured, good for relational data.</a:t>
            </a:r>
          </a:p>
          <a:p>
            <a:pPr>
              <a:buNone/>
            </a:pPr>
            <a:r>
              <a:rPr lang="en-IN" dirty="0"/>
              <a:t>Purpose: To store user credentials, profile details, and history.</a:t>
            </a:r>
          </a:p>
        </p:txBody>
      </p:sp>
    </p:spTree>
    <p:extLst>
      <p:ext uri="{BB962C8B-B14F-4D97-AF65-F5344CB8AC3E}">
        <p14:creationId xmlns:p14="http://schemas.microsoft.com/office/powerpoint/2010/main" val="1196505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011EE3-77DE-35C6-7E29-5C7399B211B5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🧱 5. Task for Students</a:t>
            </a:r>
          </a:p>
          <a:p>
            <a:pPr>
              <a:buNone/>
            </a:pPr>
            <a:r>
              <a:rPr lang="en-IN" b="1" dirty="0"/>
              <a:t>Hands-on Setup: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Create a main project folder (e.g., </a:t>
            </a:r>
            <a:r>
              <a:rPr lang="en-IN" dirty="0">
                <a:latin typeface="Courier New" panose="02070309020205020404" pitchFamily="49" charset="0"/>
              </a:rPr>
              <a:t>job-role-predictor/</a:t>
            </a:r>
            <a:r>
              <a:rPr lang="en-IN" dirty="0"/>
              <a:t>).</a:t>
            </a:r>
          </a:p>
          <a:p>
            <a:pPr>
              <a:buFont typeface="+mj-lt"/>
              <a:buAutoNum type="arabicPeriod"/>
            </a:pPr>
            <a:r>
              <a:rPr lang="en-IN" dirty="0"/>
              <a:t>Inside it, make subfolders:</a:t>
            </a:r>
          </a:p>
          <a:p>
            <a:pPr rtl="0"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job-role-predictor/</a:t>
            </a:r>
          </a:p>
          <a:p>
            <a:pPr rtl="0"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├── backend/</a:t>
            </a:r>
          </a:p>
          <a:p>
            <a:pPr rtl="0"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├── frontend/</a:t>
            </a:r>
          </a:p>
          <a:p>
            <a:pPr rtl="0"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├── database/</a:t>
            </a:r>
          </a:p>
          <a:p>
            <a:pPr rtl="0">
              <a:buFont typeface="+mj-lt"/>
              <a:buAutoNum type="arabicPeriod"/>
            </a:pPr>
            <a:r>
              <a:rPr lang="en-IN" dirty="0">
                <a:latin typeface="Courier New" panose="02070309020205020404" pitchFamily="49" charset="0"/>
              </a:rPr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795565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69E5DD-EFEB-3CB8-501A-932B806D8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6" y="1957182"/>
            <a:ext cx="9221487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35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55D96E-EDCA-964C-5BD9-2C6D3D177E3F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🧩 6. Expected Outcome of Day 1</a:t>
            </a:r>
          </a:p>
          <a:p>
            <a:pPr>
              <a:buNone/>
            </a:pPr>
            <a:r>
              <a:rPr lang="en-US" dirty="0"/>
              <a:t>By the end of the session, students should:</a:t>
            </a:r>
            <a:br>
              <a:rPr lang="en-US" dirty="0"/>
            </a:br>
            <a:r>
              <a:rPr lang="en-US" dirty="0"/>
              <a:t>✅ Understand the complete project workflow.</a:t>
            </a:r>
            <a:br>
              <a:rPr lang="en-US" dirty="0"/>
            </a:br>
            <a:r>
              <a:rPr lang="en-US" dirty="0"/>
              <a:t>✅ Know what Milestone 1 will achieve.</a:t>
            </a:r>
            <a:br>
              <a:rPr lang="en-US" dirty="0"/>
            </a:br>
            <a:r>
              <a:rPr lang="en-US" dirty="0"/>
              <a:t>✅ Have a </a:t>
            </a:r>
            <a:r>
              <a:rPr lang="en-US" b="1" dirty="0"/>
              <a:t>basic project structure</a:t>
            </a:r>
            <a:r>
              <a:rPr lang="en-US" dirty="0"/>
              <a:t> ready.</a:t>
            </a:r>
            <a:br>
              <a:rPr lang="en-US" dirty="0"/>
            </a:br>
            <a:r>
              <a:rPr lang="en-US" dirty="0"/>
              <a:t>✅ Have Node.js/Python, React, and MongoDB/MySQL installed.</a:t>
            </a:r>
            <a:br>
              <a:rPr lang="en-US" dirty="0"/>
            </a:br>
            <a:r>
              <a:rPr lang="en-US" dirty="0"/>
              <a:t>✅ Be familiar with using Git for version control.</a:t>
            </a:r>
          </a:p>
        </p:txBody>
      </p:sp>
    </p:spTree>
    <p:extLst>
      <p:ext uri="{BB962C8B-B14F-4D97-AF65-F5344CB8AC3E}">
        <p14:creationId xmlns:p14="http://schemas.microsoft.com/office/powerpoint/2010/main" val="1976142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45029-F666-A969-8879-FED17BAD1C3C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2 – Backend Basics &amp; Database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how backend APIs work (client-server model).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Teach database schema for users: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"id": 1,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"name": "John Doe",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"email": "john@example.com",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"password": "</a:t>
            </a:r>
            <a:r>
              <a:rPr lang="en-IN" dirty="0" err="1">
                <a:latin typeface="Courier New" panose="02070309020205020404" pitchFamily="49" charset="0"/>
              </a:rPr>
              <a:t>hashed_password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"role": "user",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  "education": {}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 REST APIs (register, login).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Create </a:t>
            </a:r>
            <a:r>
              <a:rPr lang="en-IN" dirty="0">
                <a:latin typeface="Courier New" panose="02070309020205020404" pitchFamily="49" charset="0"/>
              </a:rPr>
              <a:t>/register</a:t>
            </a:r>
            <a:r>
              <a:rPr lang="en-IN" dirty="0"/>
              <a:t> and </a:t>
            </a:r>
            <a:r>
              <a:rPr lang="en-IN" dirty="0">
                <a:latin typeface="Courier New" panose="02070309020205020404" pitchFamily="49" charset="0"/>
              </a:rPr>
              <a:t>/login</a:t>
            </a:r>
            <a:r>
              <a:rPr lang="en-IN" dirty="0"/>
              <a:t> endpoints (dummy response).</a:t>
            </a:r>
          </a:p>
        </p:txBody>
      </p:sp>
    </p:spTree>
    <p:extLst>
      <p:ext uri="{BB962C8B-B14F-4D97-AF65-F5344CB8AC3E}">
        <p14:creationId xmlns:p14="http://schemas.microsoft.com/office/powerpoint/2010/main" val="859863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1F241-B480-9DB2-E6A6-29B0CD67FF3C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 for the Day</a:t>
            </a:r>
          </a:p>
          <a:p>
            <a:pPr>
              <a:buNone/>
            </a:pPr>
            <a:r>
              <a:rPr lang="en-US" dirty="0"/>
              <a:t>To help students understand how the </a:t>
            </a:r>
            <a:r>
              <a:rPr lang="en-US" b="1" dirty="0"/>
              <a:t>backend</a:t>
            </a:r>
            <a:r>
              <a:rPr lang="en-US" dirty="0"/>
              <a:t> of a web application works, how data is stored and accessed through </a:t>
            </a:r>
            <a:r>
              <a:rPr lang="en-US" b="1" dirty="0"/>
              <a:t>APIs</a:t>
            </a:r>
            <a:r>
              <a:rPr lang="en-US" dirty="0"/>
              <a:t>, and how to design a </a:t>
            </a:r>
            <a:r>
              <a:rPr lang="en-US" b="1" dirty="0"/>
              <a:t>user database schema</a:t>
            </a:r>
            <a:r>
              <a:rPr lang="en-US" dirty="0"/>
              <a:t> for authentication.</a:t>
            </a:r>
            <a:br>
              <a:rPr lang="en-US" dirty="0"/>
            </a:br>
            <a:r>
              <a:rPr lang="en-US" dirty="0"/>
              <a:t>By the end of this session, students should be able to create </a:t>
            </a:r>
            <a:r>
              <a:rPr lang="en-US" b="1" dirty="0"/>
              <a:t>basic backend routes</a:t>
            </a:r>
            <a:r>
              <a:rPr lang="en-US" dirty="0"/>
              <a:t> for user registration and login.</a:t>
            </a:r>
          </a:p>
        </p:txBody>
      </p:sp>
    </p:spTree>
    <p:extLst>
      <p:ext uri="{BB962C8B-B14F-4D97-AF65-F5344CB8AC3E}">
        <p14:creationId xmlns:p14="http://schemas.microsoft.com/office/powerpoint/2010/main" val="824751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AB3CF-E61A-C219-3A92-03EE9221A2B1}"/>
              </a:ext>
            </a:extLst>
          </p:cNvPr>
          <p:cNvSpPr txBox="1"/>
          <p:nvPr/>
        </p:nvSpPr>
        <p:spPr>
          <a:xfrm>
            <a:off x="3048000" y="11668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⚙️ 1. Explain How the Backend Works (Client–Server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frontend (client)</a:t>
            </a:r>
            <a:r>
              <a:rPr lang="en-US" dirty="0"/>
              <a:t> is what the user sees — login pages, forms, dashboards,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backend (server)</a:t>
            </a:r>
            <a:r>
              <a:rPr lang="en-US" dirty="0"/>
              <a:t> handles logic behind the scenes — verifying users, saving data, fetching results,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a user clicks “Login” or “Register,” the frontend sends a </a:t>
            </a:r>
            <a:r>
              <a:rPr lang="en-US" b="1" dirty="0"/>
              <a:t>request</a:t>
            </a:r>
            <a:r>
              <a:rPr lang="en-US" dirty="0"/>
              <a:t> to the backend using an </a:t>
            </a:r>
            <a:r>
              <a:rPr lang="en-US" b="1" dirty="0"/>
              <a:t>API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backend processes it and sends back a </a:t>
            </a:r>
            <a:r>
              <a:rPr lang="en-US" b="1" dirty="0"/>
              <a:t>response</a:t>
            </a:r>
            <a:r>
              <a:rPr lang="en-US" dirty="0"/>
              <a:t> (success or error).</a:t>
            </a:r>
          </a:p>
          <a:p>
            <a:pPr>
              <a:buNone/>
            </a:pPr>
            <a:r>
              <a:rPr lang="en-US" dirty="0"/>
              <a:t>🧩 </a:t>
            </a:r>
            <a:r>
              <a:rPr lang="en-US" b="1" dirty="0"/>
              <a:t>Example Flow: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User fills the signup form on frontend.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(name, email, password) is sent to backend via a POST request (</a:t>
            </a:r>
            <a:r>
              <a:rPr lang="en-US" dirty="0">
                <a:latin typeface="Courier New" panose="02070309020205020404" pitchFamily="49" charset="0"/>
              </a:rPr>
              <a:t>/register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stores the user info in the database.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sends a confirmation message (“User Registered Successfully”).</a:t>
            </a:r>
          </a:p>
        </p:txBody>
      </p:sp>
    </p:spTree>
    <p:extLst>
      <p:ext uri="{BB962C8B-B14F-4D97-AF65-F5344CB8AC3E}">
        <p14:creationId xmlns:p14="http://schemas.microsoft.com/office/powerpoint/2010/main" val="2394410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0CEA7-E8EF-812D-306E-33137489622A}"/>
              </a:ext>
            </a:extLst>
          </p:cNvPr>
          <p:cNvSpPr txBox="1"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🗃️ 2. Teach Database Schema for Users</a:t>
            </a:r>
          </a:p>
          <a:p>
            <a:pPr>
              <a:buNone/>
            </a:pPr>
            <a:r>
              <a:rPr lang="en-IN" dirty="0"/>
              <a:t>Students should understand how data is structured and stored.</a:t>
            </a:r>
          </a:p>
          <a:p>
            <a:pPr>
              <a:buNone/>
            </a:pPr>
            <a:r>
              <a:rPr lang="en-IN" dirty="0"/>
              <a:t>Here’s a simple </a:t>
            </a:r>
            <a:r>
              <a:rPr lang="en-IN" b="1" dirty="0"/>
              <a:t>User Schema</a:t>
            </a:r>
            <a:r>
              <a:rPr lang="en-IN" dirty="0"/>
              <a:t> example (for MongoDB or JSON format):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"id": 1,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"name": "John Doe",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"email": "john@example.com",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"password": "</a:t>
            </a:r>
            <a:r>
              <a:rPr lang="en-IN" dirty="0" err="1">
                <a:latin typeface="Courier New" panose="02070309020205020404" pitchFamily="49" charset="0"/>
              </a:rPr>
              <a:t>hashed_password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"role": "user",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"education": {}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🔍 Field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id:</a:t>
            </a:r>
            <a:r>
              <a:rPr lang="en-IN" dirty="0"/>
              <a:t> Unique identifier for each user (auto-generated).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name:</a:t>
            </a:r>
            <a:r>
              <a:rPr lang="en-IN" dirty="0"/>
              <a:t> User’s full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email:</a:t>
            </a:r>
            <a:r>
              <a:rPr lang="en-IN" dirty="0"/>
              <a:t> Used for login and unique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password:</a:t>
            </a:r>
            <a:r>
              <a:rPr lang="en-IN" dirty="0"/>
              <a:t> Stored in a </a:t>
            </a:r>
            <a:r>
              <a:rPr lang="en-IN" b="1" dirty="0"/>
              <a:t>hashed</a:t>
            </a:r>
            <a:r>
              <a:rPr lang="en-IN" dirty="0"/>
              <a:t> form for security (not plain text).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role:</a:t>
            </a:r>
            <a:r>
              <a:rPr lang="en-IN" dirty="0"/>
              <a:t> Defines access type (</a:t>
            </a:r>
            <a:r>
              <a:rPr lang="en-IN" dirty="0">
                <a:latin typeface="Courier New" panose="02070309020205020404" pitchFamily="49" charset="0"/>
              </a:rPr>
              <a:t>user</a:t>
            </a:r>
            <a:r>
              <a:rPr lang="en-IN" dirty="0"/>
              <a:t> or </a:t>
            </a:r>
            <a:r>
              <a:rPr lang="en-IN" dirty="0">
                <a:latin typeface="Courier New" panose="02070309020205020404" pitchFamily="49" charset="0"/>
              </a:rPr>
              <a:t>admin</a:t>
            </a:r>
            <a:r>
              <a:rPr lang="en-IN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education:</a:t>
            </a:r>
            <a:r>
              <a:rPr lang="en-IN" dirty="0"/>
              <a:t> Placeholder for education details (will be filled later).</a:t>
            </a:r>
          </a:p>
        </p:txBody>
      </p:sp>
    </p:spTree>
    <p:extLst>
      <p:ext uri="{BB962C8B-B14F-4D97-AF65-F5344CB8AC3E}">
        <p14:creationId xmlns:p14="http://schemas.microsoft.com/office/powerpoint/2010/main" val="4111745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3C5D0C-7571-6435-A47B-C4B8CCAF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828312"/>
            <a:ext cx="873564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02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81C534-A3A3-9D55-0600-E626BD55A35D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For today’s class, focus on two key APIs: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POST /register</a:t>
            </a:r>
            <a:r>
              <a:rPr lang="en-US" dirty="0"/>
              <a:t> → for new user signup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POST /login</a:t>
            </a:r>
            <a:r>
              <a:rPr lang="en-US" dirty="0"/>
              <a:t> → for verifying existing users</a:t>
            </a:r>
          </a:p>
        </p:txBody>
      </p:sp>
    </p:spTree>
    <p:extLst>
      <p:ext uri="{BB962C8B-B14F-4D97-AF65-F5344CB8AC3E}">
        <p14:creationId xmlns:p14="http://schemas.microsoft.com/office/powerpoint/2010/main" val="273818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BCD37-4C96-AD5D-1616-8E0A1B020C39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🧩 5. Task for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simple backend project (Node.js + Express OR Python Flask).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up routes for </a:t>
            </a:r>
            <a:r>
              <a:rPr lang="en-US" dirty="0">
                <a:latin typeface="Courier New" panose="02070309020205020404" pitchFamily="49" charset="0"/>
              </a:rPr>
              <a:t>/register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/login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endpoints using </a:t>
            </a:r>
            <a:r>
              <a:rPr lang="en-US" b="1" dirty="0"/>
              <a:t>Postman</a:t>
            </a:r>
            <a:r>
              <a:rPr lang="en-US" dirty="0"/>
              <a:t> or browser.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“dummy response” working properly.</a:t>
            </a:r>
          </a:p>
        </p:txBody>
      </p:sp>
    </p:spTree>
    <p:extLst>
      <p:ext uri="{BB962C8B-B14F-4D97-AF65-F5344CB8AC3E}">
        <p14:creationId xmlns:p14="http://schemas.microsoft.com/office/powerpoint/2010/main" val="3808265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457381-335D-4CCA-886B-8A57A7F13783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Expected Outcome of Day 2</a:t>
            </a:r>
          </a:p>
          <a:p>
            <a:pPr>
              <a:buNone/>
            </a:pPr>
            <a:r>
              <a:rPr lang="en-US" dirty="0"/>
              <a:t>By the end of this session, students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how client-server communication 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 what REST APIs are and how to define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Have a </a:t>
            </a:r>
            <a:r>
              <a:rPr lang="en-US" b="1" dirty="0"/>
              <a:t>user schema structure</a:t>
            </a:r>
            <a:r>
              <a:rPr lang="en-US" dirty="0"/>
              <a:t> ready for database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create and test </a:t>
            </a:r>
            <a:r>
              <a:rPr lang="en-US" b="1" dirty="0"/>
              <a:t>/register</a:t>
            </a:r>
            <a:r>
              <a:rPr lang="en-US" dirty="0"/>
              <a:t> and </a:t>
            </a:r>
            <a:r>
              <a:rPr lang="en-US" b="1" dirty="0"/>
              <a:t>/login</a:t>
            </a:r>
            <a:r>
              <a:rPr lang="en-US" dirty="0"/>
              <a:t> dummy APIs.</a:t>
            </a:r>
          </a:p>
        </p:txBody>
      </p:sp>
    </p:spTree>
    <p:extLst>
      <p:ext uri="{BB962C8B-B14F-4D97-AF65-F5344CB8AC3E}">
        <p14:creationId xmlns:p14="http://schemas.microsoft.com/office/powerpoint/2010/main" val="278232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CE9FA-A847-2E31-A96E-E51E28C49448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3 – JWT Authentication (Theory + Demo)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</a:t>
            </a:r>
            <a:r>
              <a:rPr lang="en-IN" b="1" dirty="0"/>
              <a:t>what JWT is</a:t>
            </a:r>
            <a:r>
              <a:rPr lang="en-IN" dirty="0"/>
              <a:t>, why it’s used (token-based authentication).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how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Generate token on successful login.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Verify token for protected routes.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Demo: Register → Login → Receive JWT → Access protected profile route.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Students implement JWT in backend.</a:t>
            </a:r>
          </a:p>
        </p:txBody>
      </p:sp>
    </p:spTree>
    <p:extLst>
      <p:ext uri="{BB962C8B-B14F-4D97-AF65-F5344CB8AC3E}">
        <p14:creationId xmlns:p14="http://schemas.microsoft.com/office/powerpoint/2010/main" val="2334260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FB3929-36B7-9356-9857-789EF4F3CD2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To help students understand </a:t>
            </a:r>
            <a:r>
              <a:rPr lang="en-US" b="1" dirty="0"/>
              <a:t>what JWT (JSON Web Token)</a:t>
            </a:r>
            <a:r>
              <a:rPr lang="en-US" dirty="0"/>
              <a:t> is, why it’s important for secure login systems, and how to implement it in the backend to </a:t>
            </a:r>
            <a:r>
              <a:rPr lang="en-US" b="1" dirty="0"/>
              <a:t>protect routes</a:t>
            </a:r>
            <a:r>
              <a:rPr lang="en-US" dirty="0"/>
              <a:t> like a user’s profile page.</a:t>
            </a:r>
          </a:p>
          <a:p>
            <a:pPr>
              <a:buNone/>
            </a:pPr>
            <a:r>
              <a:rPr lang="en-US" dirty="0"/>
              <a:t>By the end of this session, students should be able to:</a:t>
            </a:r>
            <a:br>
              <a:rPr lang="en-US" dirty="0"/>
            </a:br>
            <a:r>
              <a:rPr lang="en-US" dirty="0"/>
              <a:t>✅ Generate a JWT after login</a:t>
            </a:r>
            <a:br>
              <a:rPr lang="en-US" dirty="0"/>
            </a:br>
            <a:r>
              <a:rPr lang="en-US" dirty="0"/>
              <a:t>✅ Verify it before accessing protected APIs</a:t>
            </a:r>
          </a:p>
        </p:txBody>
      </p:sp>
    </p:spTree>
    <p:extLst>
      <p:ext uri="{BB962C8B-B14F-4D97-AF65-F5344CB8AC3E}">
        <p14:creationId xmlns:p14="http://schemas.microsoft.com/office/powerpoint/2010/main" val="3852892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33790-E0AB-DF14-2027-4BDD06114928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1. What is JWT (JSON Web Token)?</a:t>
            </a:r>
          </a:p>
          <a:p>
            <a:pPr>
              <a:buNone/>
            </a:pPr>
            <a:r>
              <a:rPr lang="en-US" dirty="0"/>
              <a:t>JWT stands for </a:t>
            </a:r>
            <a:r>
              <a:rPr lang="en-US" b="1" dirty="0"/>
              <a:t>JSON Web Token</a:t>
            </a:r>
            <a:r>
              <a:rPr lang="en-US" dirty="0"/>
              <a:t> — it’s a secure way to </a:t>
            </a:r>
            <a:r>
              <a:rPr lang="en-US" b="1" dirty="0"/>
              <a:t>authenticate</a:t>
            </a:r>
            <a:r>
              <a:rPr lang="en-US" dirty="0"/>
              <a:t> users in modern web applications without storing login sessions on the server.</a:t>
            </a:r>
          </a:p>
          <a:p>
            <a:pPr>
              <a:buNone/>
            </a:pPr>
            <a:r>
              <a:rPr lang="en-US" dirty="0"/>
              <a:t>When a user logs in successfully: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backend generates a </a:t>
            </a:r>
            <a:r>
              <a:rPr lang="en-US" b="1" dirty="0"/>
              <a:t>token</a:t>
            </a:r>
            <a:r>
              <a:rPr lang="en-US" dirty="0"/>
              <a:t> (JWT).</a:t>
            </a:r>
          </a:p>
          <a:p>
            <a:pPr>
              <a:buFont typeface="+mj-lt"/>
              <a:buAutoNum type="arabicPeriod"/>
            </a:pPr>
            <a:r>
              <a:rPr lang="en-US" dirty="0"/>
              <a:t>That token is sent back to the frontend.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frontend stores it (usually in </a:t>
            </a:r>
            <a:r>
              <a:rPr lang="en-US" dirty="0" err="1"/>
              <a:t>localStorage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On every future request, the token is sent to the backend for </a:t>
            </a:r>
            <a:r>
              <a:rPr lang="en-US" b="1" dirty="0"/>
              <a:t>verification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the token is valid → access is granted; otherwise → denied.</a:t>
            </a:r>
          </a:p>
        </p:txBody>
      </p:sp>
    </p:spTree>
    <p:extLst>
      <p:ext uri="{BB962C8B-B14F-4D97-AF65-F5344CB8AC3E}">
        <p14:creationId xmlns:p14="http://schemas.microsoft.com/office/powerpoint/2010/main" val="2873053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45B12-2D62-B423-2284-190466EE3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1233181"/>
            <a:ext cx="960254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83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5209E-7E67-9BA3-C712-A11F62C4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1014075"/>
            <a:ext cx="8859486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20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6A1F8-9E65-5255-934D-39BAFAD01B84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⚙️ 4. How JWT Authentication Works (Flow Example)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User logs in</a:t>
            </a:r>
            <a:r>
              <a:rPr lang="en-US" dirty="0"/>
              <a:t> with email and password.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</a:t>
            </a:r>
            <a:r>
              <a:rPr lang="en-US" b="1" dirty="0"/>
              <a:t>verifies credentials</a:t>
            </a:r>
            <a:r>
              <a:rPr lang="en-US" dirty="0"/>
              <a:t> in database.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</a:t>
            </a:r>
            <a:r>
              <a:rPr lang="en-US" b="1" dirty="0"/>
              <a:t>creates a JWT</a:t>
            </a:r>
            <a:r>
              <a:rPr lang="en-US" dirty="0"/>
              <a:t> (using a secret key).</a:t>
            </a:r>
          </a:p>
          <a:p>
            <a:pPr>
              <a:buFont typeface="+mj-lt"/>
              <a:buAutoNum type="arabicPeriod"/>
            </a:pPr>
            <a:r>
              <a:rPr lang="en-US" dirty="0"/>
              <a:t>Token is sent back to the frontend.</a:t>
            </a:r>
          </a:p>
          <a:p>
            <a:pPr>
              <a:buFont typeface="+mj-lt"/>
              <a:buAutoNum type="arabicPeriod"/>
            </a:pPr>
            <a:r>
              <a:rPr lang="en-US" dirty="0"/>
              <a:t>Frontend </a:t>
            </a:r>
            <a:r>
              <a:rPr lang="en-US" b="1" dirty="0"/>
              <a:t>stores</a:t>
            </a:r>
            <a:r>
              <a:rPr lang="en-US" dirty="0"/>
              <a:t> it in browser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future requests (like </a:t>
            </a:r>
            <a:r>
              <a:rPr lang="en-US" dirty="0">
                <a:latin typeface="Courier New" panose="02070309020205020404" pitchFamily="49" charset="0"/>
              </a:rPr>
              <a:t>/profile</a:t>
            </a:r>
            <a:r>
              <a:rPr lang="en-US" dirty="0"/>
              <a:t>), frontend sends the token in the header: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Authorization: Bearer &lt;token&gt;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</a:t>
            </a:r>
            <a:r>
              <a:rPr lang="en-US" b="1" dirty="0"/>
              <a:t>verifies the token</a:t>
            </a:r>
            <a:r>
              <a:rPr lang="en-US" dirty="0"/>
              <a:t> before giving access to the route.</a:t>
            </a:r>
          </a:p>
        </p:txBody>
      </p:sp>
    </p:spTree>
    <p:extLst>
      <p:ext uri="{BB962C8B-B14F-4D97-AF65-F5344CB8AC3E}">
        <p14:creationId xmlns:p14="http://schemas.microsoft.com/office/powerpoint/2010/main" val="1531119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033CA-74A4-EA9E-B4CF-2D9566E1DC55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💻 5. Demo Example (Node.js)</a:t>
            </a:r>
          </a:p>
          <a:p>
            <a:pPr>
              <a:buNone/>
            </a:pPr>
            <a:r>
              <a:rPr lang="en-IN" b="1" dirty="0"/>
              <a:t>🧱 Step 1: Install Required Packages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npm</a:t>
            </a:r>
            <a:r>
              <a:rPr lang="en-IN" dirty="0">
                <a:latin typeface="Courier New" panose="02070309020205020404" pitchFamily="49" charset="0"/>
              </a:rPr>
              <a:t> install express </a:t>
            </a:r>
            <a:r>
              <a:rPr lang="en-IN" dirty="0" err="1">
                <a:latin typeface="Courier New" panose="02070309020205020404" pitchFamily="49" charset="0"/>
              </a:rPr>
              <a:t>jsonwebtoken</a:t>
            </a:r>
            <a:r>
              <a:rPr lang="en-IN" dirty="0">
                <a:latin typeface="Courier New" panose="02070309020205020404" pitchFamily="49" charset="0"/>
              </a:rPr>
              <a:t> body-parser</a:t>
            </a:r>
          </a:p>
        </p:txBody>
      </p:sp>
    </p:spTree>
    <p:extLst>
      <p:ext uri="{BB962C8B-B14F-4D97-AF65-F5344CB8AC3E}">
        <p14:creationId xmlns:p14="http://schemas.microsoft.com/office/powerpoint/2010/main" val="3317875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5D95D-7E41-D8B8-B387-01E4D3728F3A}"/>
              </a:ext>
            </a:extLst>
          </p:cNvPr>
          <p:cNvSpPr txBox="1"/>
          <p:nvPr/>
        </p:nvSpPr>
        <p:spPr>
          <a:xfrm>
            <a:off x="1328057" y="-79653"/>
            <a:ext cx="78159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🧱 Step 2: Generate JWT on Login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express = require("express");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jwt</a:t>
            </a:r>
            <a:r>
              <a:rPr lang="en-IN" dirty="0">
                <a:latin typeface="Courier New" panose="02070309020205020404" pitchFamily="49" charset="0"/>
              </a:rPr>
              <a:t> = require("</a:t>
            </a:r>
            <a:r>
              <a:rPr lang="en-IN" dirty="0" err="1">
                <a:latin typeface="Courier New" panose="02070309020205020404" pitchFamily="49" charset="0"/>
              </a:rPr>
              <a:t>jsonwebtoken</a:t>
            </a:r>
            <a:r>
              <a:rPr lang="en-IN" dirty="0">
                <a:latin typeface="Courier New" panose="02070309020205020404" pitchFamily="49" charset="0"/>
              </a:rPr>
              <a:t>");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app = express();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app.use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express.json</a:t>
            </a:r>
            <a:r>
              <a:rPr lang="en-IN" dirty="0">
                <a:latin typeface="Courier New" panose="02070309020205020404" pitchFamily="49" charset="0"/>
              </a:rPr>
              <a:t>());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SECRET_KEY = "mySecret123"; // keep this secret and safe!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app.post</a:t>
            </a:r>
            <a:r>
              <a:rPr lang="en-IN" dirty="0">
                <a:latin typeface="Courier New" panose="02070309020205020404" pitchFamily="49" charset="0"/>
              </a:rPr>
              <a:t>("/login", (</a:t>
            </a:r>
            <a:r>
              <a:rPr lang="en-IN" dirty="0" err="1">
                <a:latin typeface="Courier New" panose="02070309020205020404" pitchFamily="49" charset="0"/>
              </a:rPr>
              <a:t>req</a:t>
            </a:r>
            <a:r>
              <a:rPr lang="en-IN" dirty="0">
                <a:latin typeface="Courier New" panose="02070309020205020404" pitchFamily="49" charset="0"/>
              </a:rPr>
              <a:t>, res) =&gt;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{ email, password } = </a:t>
            </a:r>
            <a:r>
              <a:rPr lang="en-IN" dirty="0" err="1">
                <a:latin typeface="Courier New" panose="02070309020205020404" pitchFamily="49" charset="0"/>
              </a:rPr>
              <a:t>req.body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// Dummy check for demo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if (email === "user@example.com" &amp;&amp; password === "1234")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token = </a:t>
            </a:r>
            <a:r>
              <a:rPr lang="en-IN" dirty="0" err="1">
                <a:latin typeface="Courier New" panose="02070309020205020404" pitchFamily="49" charset="0"/>
              </a:rPr>
              <a:t>jwt.sign</a:t>
            </a:r>
            <a:r>
              <a:rPr lang="en-IN" dirty="0">
                <a:latin typeface="Courier New" panose="02070309020205020404" pitchFamily="49" charset="0"/>
              </a:rPr>
              <a:t>({ email: email, role: "user" }, SECRET_KEY, { </a:t>
            </a:r>
            <a:r>
              <a:rPr lang="en-IN" dirty="0" err="1">
                <a:latin typeface="Courier New" panose="02070309020205020404" pitchFamily="49" charset="0"/>
              </a:rPr>
              <a:t>expiresIn</a:t>
            </a:r>
            <a:r>
              <a:rPr lang="en-IN" dirty="0">
                <a:latin typeface="Courier New" panose="02070309020205020404" pitchFamily="49" charset="0"/>
              </a:rPr>
              <a:t>: "1h"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res.json</a:t>
            </a:r>
            <a:r>
              <a:rPr lang="en-IN" dirty="0">
                <a:latin typeface="Courier New" panose="02070309020205020404" pitchFamily="49" charset="0"/>
              </a:rPr>
              <a:t>({ message: "Login successful", token: token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 else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res.status</a:t>
            </a:r>
            <a:r>
              <a:rPr lang="en-IN" dirty="0">
                <a:latin typeface="Courier New" panose="02070309020205020404" pitchFamily="49" charset="0"/>
              </a:rPr>
              <a:t>(401).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({ message: "Invalid credentials"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777537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41B39-5156-6770-7DD7-063F22714D24}"/>
              </a:ext>
            </a:extLst>
          </p:cNvPr>
          <p:cNvSpPr txBox="1"/>
          <p:nvPr/>
        </p:nvSpPr>
        <p:spPr>
          <a:xfrm>
            <a:off x="3047999" y="100551"/>
            <a:ext cx="714102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🧱 Step 3: Verify JWT for Protected Route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function </a:t>
            </a:r>
            <a:r>
              <a:rPr lang="en-IN" dirty="0" err="1">
                <a:latin typeface="Courier New" panose="02070309020205020404" pitchFamily="49" charset="0"/>
              </a:rPr>
              <a:t>verifyToken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req</a:t>
            </a:r>
            <a:r>
              <a:rPr lang="en-IN" dirty="0">
                <a:latin typeface="Courier New" panose="02070309020205020404" pitchFamily="49" charset="0"/>
              </a:rPr>
              <a:t>, res, next)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authHeader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req.headers</a:t>
            </a:r>
            <a:r>
              <a:rPr lang="en-IN" dirty="0">
                <a:latin typeface="Courier New" panose="02070309020205020404" pitchFamily="49" charset="0"/>
              </a:rPr>
              <a:t>['authorization'];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token = </a:t>
            </a:r>
            <a:r>
              <a:rPr lang="en-IN" dirty="0" err="1">
                <a:latin typeface="Courier New" panose="02070309020205020404" pitchFamily="49" charset="0"/>
              </a:rPr>
              <a:t>authHeader</a:t>
            </a:r>
            <a:r>
              <a:rPr lang="en-IN" dirty="0">
                <a:latin typeface="Courier New" panose="02070309020205020404" pitchFamily="49" charset="0"/>
              </a:rPr>
              <a:t> &amp;&amp; </a:t>
            </a:r>
            <a:r>
              <a:rPr lang="en-IN" dirty="0" err="1">
                <a:latin typeface="Courier New" panose="02070309020205020404" pitchFamily="49" charset="0"/>
              </a:rPr>
              <a:t>authHeader.split</a:t>
            </a:r>
            <a:r>
              <a:rPr lang="en-IN" dirty="0">
                <a:latin typeface="Courier New" panose="02070309020205020404" pitchFamily="49" charset="0"/>
              </a:rPr>
              <a:t>(' ')[1];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if (!token) return </a:t>
            </a:r>
            <a:r>
              <a:rPr lang="en-IN" dirty="0" err="1">
                <a:latin typeface="Courier New" panose="02070309020205020404" pitchFamily="49" charset="0"/>
              </a:rPr>
              <a:t>res.status</a:t>
            </a:r>
            <a:r>
              <a:rPr lang="en-IN" dirty="0">
                <a:latin typeface="Courier New" panose="02070309020205020404" pitchFamily="49" charset="0"/>
              </a:rPr>
              <a:t>(403).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({ message: "No token provided" });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jwt.verify</a:t>
            </a:r>
            <a:r>
              <a:rPr lang="en-IN" dirty="0">
                <a:latin typeface="Courier New" panose="02070309020205020404" pitchFamily="49" charset="0"/>
              </a:rPr>
              <a:t>(token, SECRET_KEY, (err, user) =&gt;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if (err) return </a:t>
            </a:r>
            <a:r>
              <a:rPr lang="en-IN" dirty="0" err="1">
                <a:latin typeface="Courier New" panose="02070309020205020404" pitchFamily="49" charset="0"/>
              </a:rPr>
              <a:t>res.status</a:t>
            </a:r>
            <a:r>
              <a:rPr lang="en-IN" dirty="0">
                <a:latin typeface="Courier New" panose="02070309020205020404" pitchFamily="49" charset="0"/>
              </a:rPr>
              <a:t>(403).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({ message: "Invalid token"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req.user</a:t>
            </a:r>
            <a:r>
              <a:rPr lang="en-IN" dirty="0">
                <a:latin typeface="Courier New" panose="02070309020205020404" pitchFamily="49" charset="0"/>
              </a:rPr>
              <a:t> = user;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next();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app.get</a:t>
            </a:r>
            <a:r>
              <a:rPr lang="en-IN" dirty="0">
                <a:latin typeface="Courier New" panose="02070309020205020404" pitchFamily="49" charset="0"/>
              </a:rPr>
              <a:t>("/profile", </a:t>
            </a:r>
            <a:r>
              <a:rPr lang="en-IN" dirty="0" err="1">
                <a:latin typeface="Courier New" panose="02070309020205020404" pitchFamily="49" charset="0"/>
              </a:rPr>
              <a:t>verifyToken</a:t>
            </a:r>
            <a:r>
              <a:rPr lang="en-IN" dirty="0">
                <a:latin typeface="Courier New" panose="02070309020205020404" pitchFamily="49" charset="0"/>
              </a:rPr>
              <a:t>, (</a:t>
            </a:r>
            <a:r>
              <a:rPr lang="en-IN" dirty="0" err="1">
                <a:latin typeface="Courier New" panose="02070309020205020404" pitchFamily="49" charset="0"/>
              </a:rPr>
              <a:t>req</a:t>
            </a:r>
            <a:r>
              <a:rPr lang="en-IN" dirty="0">
                <a:latin typeface="Courier New" panose="02070309020205020404" pitchFamily="49" charset="0"/>
              </a:rPr>
              <a:t>, res) =&gt;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res.json</a:t>
            </a:r>
            <a:r>
              <a:rPr lang="en-IN" dirty="0">
                <a:latin typeface="Courier New" panose="02070309020205020404" pitchFamily="49" charset="0"/>
              </a:rPr>
              <a:t>({ message: "Welcome to your profile", user: </a:t>
            </a:r>
            <a:r>
              <a:rPr lang="en-IN" dirty="0" err="1">
                <a:latin typeface="Courier New" panose="02070309020205020404" pitchFamily="49" charset="0"/>
              </a:rPr>
              <a:t>req.user</a:t>
            </a:r>
            <a:r>
              <a:rPr lang="en-IN" dirty="0">
                <a:latin typeface="Courier New" panose="02070309020205020404" pitchFamily="49" charset="0"/>
              </a:rPr>
              <a:t>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app.listen</a:t>
            </a:r>
            <a:r>
              <a:rPr lang="en-IN" dirty="0">
                <a:latin typeface="Courier New" panose="02070309020205020404" pitchFamily="49" charset="0"/>
              </a:rPr>
              <a:t>(5000, () =&gt; console.log("Server running on port 5000"));</a:t>
            </a:r>
          </a:p>
        </p:txBody>
      </p:sp>
    </p:spTree>
    <p:extLst>
      <p:ext uri="{BB962C8B-B14F-4D97-AF65-F5344CB8AC3E}">
        <p14:creationId xmlns:p14="http://schemas.microsoft.com/office/powerpoint/2010/main" val="4114870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E8713F-81CC-2536-61FC-1692CC20EE3D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🧩 </a:t>
            </a:r>
            <a:r>
              <a:rPr lang="en-US" b="1" dirty="0"/>
              <a:t>Demo Flow: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Login → receive token.</a:t>
            </a:r>
          </a:p>
          <a:p>
            <a:pPr>
              <a:buFont typeface="+mj-lt"/>
              <a:buAutoNum type="arabicPeriod"/>
            </a:pPr>
            <a:r>
              <a:rPr lang="en-US" dirty="0"/>
              <a:t>Copy token and send it in header for </a:t>
            </a:r>
            <a:r>
              <a:rPr lang="en-US" dirty="0">
                <a:latin typeface="Courier New" panose="02070309020205020404" pitchFamily="49" charset="0"/>
              </a:rPr>
              <a:t>/profile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Server verifies token and gives access.</a:t>
            </a:r>
          </a:p>
        </p:txBody>
      </p:sp>
    </p:spTree>
    <p:extLst>
      <p:ext uri="{BB962C8B-B14F-4D97-AF65-F5344CB8AC3E}">
        <p14:creationId xmlns:p14="http://schemas.microsoft.com/office/powerpoint/2010/main" val="3841853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390A2-51CB-D0B4-32C1-104389A7E11B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🧰 7. Student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JWT authentication in their own backend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protected </a:t>
            </a:r>
            <a:r>
              <a:rPr lang="en-US" dirty="0">
                <a:latin typeface="Courier New" panose="02070309020205020404" pitchFamily="49" charset="0"/>
              </a:rPr>
              <a:t>/profile</a:t>
            </a:r>
            <a:r>
              <a:rPr lang="en-US" dirty="0"/>
              <a:t> route that requires a valid token.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login and token validation using Postman.</a:t>
            </a:r>
          </a:p>
        </p:txBody>
      </p:sp>
    </p:spTree>
    <p:extLst>
      <p:ext uri="{BB962C8B-B14F-4D97-AF65-F5344CB8AC3E}">
        <p14:creationId xmlns:p14="http://schemas.microsoft.com/office/powerpoint/2010/main" val="4273634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88368A-B557-E173-1F77-72BFED895D1F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Expected Outcome of Day 3</a:t>
            </a:r>
          </a:p>
          <a:p>
            <a:pPr>
              <a:buNone/>
            </a:pPr>
            <a:r>
              <a:rPr lang="en-US" dirty="0"/>
              <a:t>By end of class, students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</a:t>
            </a:r>
            <a:r>
              <a:rPr lang="en-US" b="1" dirty="0"/>
              <a:t>how JWT works</a:t>
            </a:r>
            <a:r>
              <a:rPr lang="en-US" dirty="0"/>
              <a:t> conceptually.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and verify JWTs using secret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 </a:t>
            </a:r>
            <a:r>
              <a:rPr lang="en-US" b="1" dirty="0"/>
              <a:t>protected API route</a:t>
            </a:r>
            <a:r>
              <a:rPr lang="en-US" dirty="0"/>
              <a:t> using JWT verification middleware.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authentication flow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702153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22B30-0294-C640-8FC4-AF1EB60D149F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4 – Frontend Integration (Login &amp; Signup Pages)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frontend-backend communication via </a:t>
            </a:r>
            <a:r>
              <a:rPr lang="en-IN" b="1" dirty="0"/>
              <a:t>API calls (fetch/</a:t>
            </a:r>
            <a:r>
              <a:rPr lang="en-IN" b="1" dirty="0" err="1"/>
              <a:t>axios</a:t>
            </a:r>
            <a:r>
              <a:rPr lang="en-IN" b="1" dirty="0"/>
              <a:t>)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 simple </a:t>
            </a:r>
            <a:r>
              <a:rPr lang="en-IN" b="1" dirty="0"/>
              <a:t>Login</a:t>
            </a:r>
            <a:r>
              <a:rPr lang="en-IN" dirty="0"/>
              <a:t> and </a:t>
            </a:r>
            <a:r>
              <a:rPr lang="en-IN" b="1" dirty="0"/>
              <a:t>Signup</a:t>
            </a:r>
            <a:r>
              <a:rPr lang="en-IN" dirty="0"/>
              <a:t> 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Connect forms with backend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Test login &amp; signup flow end-to-end.</a:t>
            </a:r>
          </a:p>
        </p:txBody>
      </p:sp>
    </p:spTree>
    <p:extLst>
      <p:ext uri="{BB962C8B-B14F-4D97-AF65-F5344CB8AC3E}">
        <p14:creationId xmlns:p14="http://schemas.microsoft.com/office/powerpoint/2010/main" val="3228311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22204E-CF89-ECE0-EE89-D024E96A963D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Goal:</a:t>
            </a:r>
          </a:p>
          <a:p>
            <a:pPr>
              <a:buNone/>
            </a:pPr>
            <a:r>
              <a:rPr lang="en-US" dirty="0"/>
              <a:t>Students will understand how frontend talks to backend using API calls and build </a:t>
            </a:r>
            <a:r>
              <a:rPr lang="en-US" b="1" dirty="0"/>
              <a:t>Login</a:t>
            </a:r>
            <a:r>
              <a:rPr lang="en-US" dirty="0"/>
              <a:t> + </a:t>
            </a:r>
            <a:r>
              <a:rPr lang="en-US" b="1" dirty="0"/>
              <a:t>Signup</a:t>
            </a:r>
            <a:r>
              <a:rPr lang="en-US" dirty="0"/>
              <a:t> pages connected to the backend.</a:t>
            </a:r>
          </a:p>
        </p:txBody>
      </p:sp>
    </p:spTree>
    <p:extLst>
      <p:ext uri="{BB962C8B-B14F-4D97-AF65-F5344CB8AC3E}">
        <p14:creationId xmlns:p14="http://schemas.microsoft.com/office/powerpoint/2010/main" val="2626997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93476-CD02-0B5C-C66A-444FBA4CA850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1️⃣ What is Frontend–Backend Communication?</a:t>
            </a:r>
          </a:p>
          <a:p>
            <a:pPr>
              <a:buNone/>
            </a:pPr>
            <a:r>
              <a:rPr lang="en-IN" dirty="0"/>
              <a:t>A web application is divided into two parts:</a:t>
            </a:r>
          </a:p>
          <a:p>
            <a:pPr>
              <a:buNone/>
            </a:pPr>
            <a:r>
              <a:rPr lang="en-IN" b="1" dirty="0"/>
              <a:t>Frontend (Client Side)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the user sees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using </a:t>
            </a:r>
            <a:r>
              <a:rPr lang="en-IN" b="1" dirty="0"/>
              <a:t>HTML, CSS, JavaScript, React, Angular, etc.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Sends requests (data) to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results (JSON → UI)</a:t>
            </a:r>
          </a:p>
          <a:p>
            <a:pPr>
              <a:buNone/>
            </a:pPr>
            <a:r>
              <a:rPr lang="en-IN" b="1" dirty="0"/>
              <a:t>Backend (Server Side)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using </a:t>
            </a:r>
            <a:r>
              <a:rPr lang="en-IN" b="1" dirty="0"/>
              <a:t>Flask / Django / Node.js / </a:t>
            </a:r>
            <a:r>
              <a:rPr lang="en-IN" b="1" dirty="0" err="1"/>
              <a:t>FastAPI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Receives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Processes logic (authentication, DB saving, ML prediction)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Sends back response in JSON format</a:t>
            </a:r>
          </a:p>
        </p:txBody>
      </p:sp>
    </p:spTree>
    <p:extLst>
      <p:ext uri="{BB962C8B-B14F-4D97-AF65-F5344CB8AC3E}">
        <p14:creationId xmlns:p14="http://schemas.microsoft.com/office/powerpoint/2010/main" val="2460320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A7E5F-F27F-0C2E-9BD9-1ECC0B81615B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What is an API?</a:t>
            </a:r>
          </a:p>
          <a:p>
            <a:pPr>
              <a:buNone/>
            </a:pPr>
            <a:r>
              <a:rPr lang="en-US" b="1" dirty="0"/>
              <a:t>API (Application Programming Interface)</a:t>
            </a:r>
            <a:br>
              <a:rPr lang="en-US" dirty="0"/>
            </a:br>
            <a:r>
              <a:rPr lang="en-US" dirty="0"/>
              <a:t>It is a communication method that allows frontend and backend to talk.</a:t>
            </a:r>
          </a:p>
        </p:txBody>
      </p:sp>
    </p:spTree>
    <p:extLst>
      <p:ext uri="{BB962C8B-B14F-4D97-AF65-F5344CB8AC3E}">
        <p14:creationId xmlns:p14="http://schemas.microsoft.com/office/powerpoint/2010/main" val="2765983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BDCFE-6569-1046-114A-3A3230B30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1852392"/>
            <a:ext cx="752580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75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7389D-2F09-D5DB-96AE-E92DD05F21C3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What is JSON?</a:t>
            </a:r>
          </a:p>
          <a:p>
            <a:pPr>
              <a:buNone/>
            </a:pPr>
            <a:r>
              <a:rPr lang="en-US" dirty="0"/>
              <a:t>Most API responses are sent in </a:t>
            </a:r>
            <a:r>
              <a:rPr lang="en-US" b="1" dirty="0"/>
              <a:t>JSON</a:t>
            </a:r>
            <a:r>
              <a:rPr lang="en-US" dirty="0"/>
              <a:t> format.</a:t>
            </a:r>
          </a:p>
          <a:p>
            <a:pPr>
              <a:buNone/>
            </a:pPr>
            <a:r>
              <a:rPr lang="en-US" dirty="0"/>
              <a:t>Example response: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"message": "Login successful",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"token": "asdjh1238yqwudb"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074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18510-CB59-CD01-E6BC-36BAC3BA069B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What Happens During Signup?</a:t>
            </a:r>
          </a:p>
          <a:p>
            <a:pPr>
              <a:buNone/>
            </a:pPr>
            <a:r>
              <a:rPr lang="en-IN" dirty="0"/>
              <a:t>User fills form → frontend sends data → backend stores in database.</a:t>
            </a:r>
          </a:p>
          <a:p>
            <a:pPr>
              <a:buNone/>
            </a:pPr>
            <a:r>
              <a:rPr lang="en-IN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IN" dirty="0"/>
              <a:t>User enters email, username, password</a:t>
            </a:r>
          </a:p>
          <a:p>
            <a:pPr>
              <a:buFont typeface="+mj-lt"/>
              <a:buAutoNum type="arabicPeriod"/>
            </a:pPr>
            <a:r>
              <a:rPr lang="en-IN" dirty="0"/>
              <a:t>Click submit</a:t>
            </a:r>
          </a:p>
          <a:p>
            <a:pPr>
              <a:buFont typeface="+mj-lt"/>
              <a:buAutoNum type="arabicPeriod"/>
            </a:pPr>
            <a:r>
              <a:rPr lang="en-IN" dirty="0"/>
              <a:t>Frontend captures data</a:t>
            </a:r>
          </a:p>
          <a:p>
            <a:pPr>
              <a:buFont typeface="+mj-lt"/>
              <a:buAutoNum type="arabicPeriod"/>
            </a:pPr>
            <a:r>
              <a:rPr lang="en-IN" dirty="0"/>
              <a:t>Sends to backend (POST request)</a:t>
            </a:r>
          </a:p>
          <a:p>
            <a:pPr>
              <a:buFont typeface="+mj-lt"/>
              <a:buAutoNum type="arabicPeriod"/>
            </a:pPr>
            <a:r>
              <a:rPr lang="en-IN" dirty="0"/>
              <a:t>Backend validates</a:t>
            </a:r>
          </a:p>
          <a:p>
            <a:pPr>
              <a:buFont typeface="+mj-lt"/>
              <a:buAutoNum type="arabicPeriod"/>
            </a:pPr>
            <a:r>
              <a:rPr lang="en-IN" dirty="0"/>
              <a:t>Saves user data</a:t>
            </a:r>
          </a:p>
          <a:p>
            <a:pPr>
              <a:buFont typeface="+mj-lt"/>
              <a:buAutoNum type="arabicPeriod"/>
            </a:pPr>
            <a:r>
              <a:rPr lang="en-IN" dirty="0"/>
              <a:t>Returns: </a:t>
            </a:r>
            <a:r>
              <a:rPr lang="en-IN" dirty="0">
                <a:latin typeface="Courier New" panose="02070309020205020404" pitchFamily="49" charset="0"/>
              </a:rPr>
              <a:t>"User created successfully"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5909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8F56CF-0638-071C-62D2-99CAA5566645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What Happens During Login?</a:t>
            </a:r>
          </a:p>
          <a:p>
            <a:pPr>
              <a:buFont typeface="+mj-lt"/>
              <a:buAutoNum type="arabicPeriod"/>
            </a:pPr>
            <a:r>
              <a:rPr lang="en-IN" dirty="0"/>
              <a:t>User enters email + password</a:t>
            </a:r>
          </a:p>
          <a:p>
            <a:pPr>
              <a:buFont typeface="+mj-lt"/>
              <a:buAutoNum type="arabicPeriod"/>
            </a:pPr>
            <a:r>
              <a:rPr lang="en-IN" dirty="0"/>
              <a:t>Frontend → send POST request</a:t>
            </a:r>
          </a:p>
          <a:p>
            <a:pPr>
              <a:buFont typeface="+mj-lt"/>
              <a:buAutoNum type="arabicPeriod"/>
            </a:pPr>
            <a:r>
              <a:rPr lang="en-IN" dirty="0"/>
              <a:t>Backend checks credentials</a:t>
            </a:r>
          </a:p>
          <a:p>
            <a:pPr>
              <a:buFont typeface="+mj-lt"/>
              <a:buAutoNum type="arabicPeriod"/>
            </a:pPr>
            <a:r>
              <a:rPr lang="en-IN" dirty="0"/>
              <a:t>If correct, it returns a </a:t>
            </a:r>
            <a:r>
              <a:rPr lang="en-IN" b="1" dirty="0"/>
              <a:t>JWT token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Frontend saves token in </a:t>
            </a:r>
            <a:r>
              <a:rPr lang="en-IN" b="1" dirty="0" err="1"/>
              <a:t>localStorage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All protected pages require token</a:t>
            </a:r>
          </a:p>
        </p:txBody>
      </p:sp>
    </p:spTree>
    <p:extLst>
      <p:ext uri="{BB962C8B-B14F-4D97-AF65-F5344CB8AC3E}">
        <p14:creationId xmlns:p14="http://schemas.microsoft.com/office/powerpoint/2010/main" val="38149037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285AB-CF14-0B29-AE16-003BEA9704BE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6️⃣ What is JWT (JSON Web Token)?</a:t>
            </a:r>
          </a:p>
          <a:p>
            <a:pPr>
              <a:buNone/>
            </a:pPr>
            <a:r>
              <a:rPr lang="en-IN" dirty="0"/>
              <a:t>A secure way to keep a user logged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 stores user identity (email/</a:t>
            </a:r>
            <a:r>
              <a:rPr lang="en-IN" dirty="0" err="1"/>
              <a:t>userID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Saved in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Sent to backend on every secured request</a:t>
            </a:r>
          </a:p>
          <a:p>
            <a:pPr>
              <a:buNone/>
            </a:pPr>
            <a:r>
              <a:rPr lang="en-IN" dirty="0"/>
              <a:t>Example JWT: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eyJhbGciOiJIUzI1NiIsInR5cCI6IkpXVCJ9...</a:t>
            </a:r>
          </a:p>
        </p:txBody>
      </p:sp>
    </p:spTree>
    <p:extLst>
      <p:ext uri="{BB962C8B-B14F-4D97-AF65-F5344CB8AC3E}">
        <p14:creationId xmlns:p14="http://schemas.microsoft.com/office/powerpoint/2010/main" val="10978489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3EC9B-F92F-676C-16CC-D25C64CE45F1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7️⃣ Why JWT?</a:t>
            </a:r>
          </a:p>
          <a:p>
            <a:pPr>
              <a:buNone/>
            </a:pPr>
            <a:r>
              <a:rPr lang="en-US" dirty="0"/>
              <a:t>✔ Secure</a:t>
            </a:r>
            <a:br>
              <a:rPr lang="en-US" dirty="0"/>
            </a:br>
            <a:r>
              <a:rPr lang="en-US" dirty="0"/>
              <a:t>✔ Stateless</a:t>
            </a:r>
            <a:br>
              <a:rPr lang="en-US" dirty="0"/>
            </a:br>
            <a:r>
              <a:rPr lang="en-US" dirty="0"/>
              <a:t>✔ Used in most modern applications</a:t>
            </a:r>
            <a:br>
              <a:rPr lang="en-US" dirty="0"/>
            </a:br>
            <a:r>
              <a:rPr lang="en-US" dirty="0"/>
              <a:t>✔ Easy to verify user without DB lookup every time</a:t>
            </a:r>
          </a:p>
        </p:txBody>
      </p:sp>
    </p:spTree>
    <p:extLst>
      <p:ext uri="{BB962C8B-B14F-4D97-AF65-F5344CB8AC3E}">
        <p14:creationId xmlns:p14="http://schemas.microsoft.com/office/powerpoint/2010/main" val="3351059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BB3F8-5650-64CF-45D0-A14B8F8EC89C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1️⃣ Frontend–Backend Communication (fetch / </a:t>
            </a:r>
            <a:r>
              <a:rPr lang="en-IN" b="1" dirty="0" err="1"/>
              <a:t>axios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Your frontend (HTML/JS/React) must send data to backend APIs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POST /signup</a:t>
            </a:r>
            <a:r>
              <a:rPr lang="en-IN" dirty="0"/>
              <a:t> → create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POST /login</a:t>
            </a:r>
            <a:r>
              <a:rPr lang="en-IN" dirty="0"/>
              <a:t> → verify user + return JWT token</a:t>
            </a:r>
          </a:p>
          <a:p>
            <a:pPr>
              <a:buNone/>
            </a:pPr>
            <a:r>
              <a:rPr lang="en-IN" b="1" dirty="0"/>
              <a:t>How API Calls Work</a:t>
            </a:r>
          </a:p>
          <a:p>
            <a:pPr>
              <a:buNone/>
            </a:pPr>
            <a:r>
              <a:rPr lang="en-IN" dirty="0"/>
              <a:t>Frontend → sends request with user data</a:t>
            </a:r>
            <a:br>
              <a:rPr lang="en-IN" dirty="0"/>
            </a:br>
            <a:r>
              <a:rPr lang="en-IN" dirty="0"/>
              <a:t>Backend → processes → returns JSON response</a:t>
            </a:r>
          </a:p>
        </p:txBody>
      </p:sp>
    </p:spTree>
    <p:extLst>
      <p:ext uri="{BB962C8B-B14F-4D97-AF65-F5344CB8AC3E}">
        <p14:creationId xmlns:p14="http://schemas.microsoft.com/office/powerpoint/2010/main" val="7595320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E636B-36B3-3885-7000-EA6E2A695493}"/>
              </a:ext>
            </a:extLst>
          </p:cNvPr>
          <p:cNvSpPr txBox="1"/>
          <p:nvPr/>
        </p:nvSpPr>
        <p:spPr>
          <a:xfrm>
            <a:off x="3048000" y="282883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Work flow:</a:t>
            </a:r>
          </a:p>
          <a:p>
            <a:endParaRPr lang="en-IN" dirty="0"/>
          </a:p>
          <a:p>
            <a:r>
              <a:rPr lang="en-IN" dirty="0"/>
              <a:t>Signup Form → POST data → Backend saves user → Response: "User created"</a:t>
            </a:r>
          </a:p>
          <a:p>
            <a:r>
              <a:rPr lang="en-IN" dirty="0"/>
              <a:t>Login Form → POST data → Backend checks user → Response: token</a:t>
            </a:r>
          </a:p>
        </p:txBody>
      </p:sp>
    </p:spTree>
    <p:extLst>
      <p:ext uri="{BB962C8B-B14F-4D97-AF65-F5344CB8AC3E}">
        <p14:creationId xmlns:p14="http://schemas.microsoft.com/office/powerpoint/2010/main" val="222884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AD7DD-0346-9BDE-41BA-D4258D513700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Simple Signup Form (HTML + JS)</a:t>
            </a:r>
          </a:p>
          <a:p>
            <a:pPr>
              <a:buNone/>
            </a:pPr>
            <a:r>
              <a:rPr lang="en-IN" b="1" dirty="0"/>
              <a:t>HTML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&lt;form id="</a:t>
            </a:r>
            <a:r>
              <a:rPr lang="en-IN" dirty="0" err="1">
                <a:latin typeface="Courier New" panose="02070309020205020404" pitchFamily="49" charset="0"/>
              </a:rPr>
              <a:t>signupForm</a:t>
            </a:r>
            <a:r>
              <a:rPr lang="en-IN" dirty="0">
                <a:latin typeface="Courier New" panose="02070309020205020404" pitchFamily="49" charset="0"/>
              </a:rPr>
              <a:t>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&lt;input type="text" id="username" placeholder="Enter username" required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&lt;input type="email" id="email" placeholder="Enter email" required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&lt;input type="password" id="password" placeholder="Enter password" required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&lt;button type="submit"&gt;Signup&lt;/button&gt;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&lt;/form&gt;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&lt;p id="result"&gt;&lt;/p&gt;</a:t>
            </a:r>
          </a:p>
        </p:txBody>
      </p:sp>
    </p:spTree>
    <p:extLst>
      <p:ext uri="{BB962C8B-B14F-4D97-AF65-F5344CB8AC3E}">
        <p14:creationId xmlns:p14="http://schemas.microsoft.com/office/powerpoint/2010/main" val="24739875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FC8E2B-A227-7D7E-D1BD-A3CB155481A8}"/>
              </a:ext>
            </a:extLst>
          </p:cNvPr>
          <p:cNvSpPr txBox="1"/>
          <p:nvPr/>
        </p:nvSpPr>
        <p:spPr>
          <a:xfrm>
            <a:off x="3047999" y="383580"/>
            <a:ext cx="818605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JS (using fetch)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document.getElementById</a:t>
            </a:r>
            <a:r>
              <a:rPr lang="en-IN" dirty="0">
                <a:latin typeface="Courier New" panose="02070309020205020404" pitchFamily="49" charset="0"/>
              </a:rPr>
              <a:t>("</a:t>
            </a:r>
            <a:r>
              <a:rPr lang="en-IN" dirty="0" err="1">
                <a:latin typeface="Courier New" panose="02070309020205020404" pitchFamily="49" charset="0"/>
              </a:rPr>
              <a:t>signupForm</a:t>
            </a:r>
            <a:r>
              <a:rPr lang="en-IN" dirty="0">
                <a:latin typeface="Courier New" panose="02070309020205020404" pitchFamily="49" charset="0"/>
              </a:rPr>
              <a:t>").</a:t>
            </a:r>
            <a:r>
              <a:rPr lang="en-IN" dirty="0" err="1">
                <a:latin typeface="Courier New" panose="02070309020205020404" pitchFamily="49" charset="0"/>
              </a:rPr>
              <a:t>addEventListener</a:t>
            </a:r>
            <a:r>
              <a:rPr lang="en-IN" dirty="0">
                <a:latin typeface="Courier New" panose="02070309020205020404" pitchFamily="49" charset="0"/>
              </a:rPr>
              <a:t>("submit", async (e) =&gt;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e.preventDefault</a:t>
            </a:r>
            <a:r>
              <a:rPr lang="en-IN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data =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username: </a:t>
            </a:r>
            <a:r>
              <a:rPr lang="en-IN" dirty="0" err="1">
                <a:latin typeface="Courier New" panose="02070309020205020404" pitchFamily="49" charset="0"/>
              </a:rPr>
              <a:t>document.getElementById</a:t>
            </a:r>
            <a:r>
              <a:rPr lang="en-IN" dirty="0">
                <a:latin typeface="Courier New" panose="02070309020205020404" pitchFamily="49" charset="0"/>
              </a:rPr>
              <a:t>("username").value,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email: </a:t>
            </a:r>
            <a:r>
              <a:rPr lang="en-IN" dirty="0" err="1">
                <a:latin typeface="Courier New" panose="02070309020205020404" pitchFamily="49" charset="0"/>
              </a:rPr>
              <a:t>document.getElementById</a:t>
            </a:r>
            <a:r>
              <a:rPr lang="en-IN" dirty="0">
                <a:latin typeface="Courier New" panose="02070309020205020404" pitchFamily="49" charset="0"/>
              </a:rPr>
              <a:t>("email").value,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password: </a:t>
            </a:r>
            <a:r>
              <a:rPr lang="en-IN" dirty="0" err="1">
                <a:latin typeface="Courier New" panose="02070309020205020404" pitchFamily="49" charset="0"/>
              </a:rPr>
              <a:t>document.getElementById</a:t>
            </a:r>
            <a:r>
              <a:rPr lang="en-IN" dirty="0">
                <a:latin typeface="Courier New" panose="02070309020205020404" pitchFamily="49" charset="0"/>
              </a:rPr>
              <a:t>("password").value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res = await fetch("http://localhost:5000/signup",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method: "POST",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headers: {"Content-Type": "application/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"},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body: </a:t>
            </a:r>
            <a:r>
              <a:rPr lang="en-IN" dirty="0" err="1">
                <a:latin typeface="Courier New" panose="02070309020205020404" pitchFamily="49" charset="0"/>
              </a:rPr>
              <a:t>JSON.stringify</a:t>
            </a:r>
            <a:r>
              <a:rPr lang="en-IN" dirty="0">
                <a:latin typeface="Courier New" panose="02070309020205020404" pitchFamily="49" charset="0"/>
              </a:rPr>
              <a:t>(data)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});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result = await </a:t>
            </a:r>
            <a:r>
              <a:rPr lang="en-IN" dirty="0" err="1">
                <a:latin typeface="Courier New" panose="02070309020205020404" pitchFamily="49" charset="0"/>
              </a:rPr>
              <a:t>res.json</a:t>
            </a:r>
            <a:r>
              <a:rPr lang="en-IN" dirty="0">
                <a:latin typeface="Courier New" panose="02070309020205020404" pitchFamily="49" charset="0"/>
              </a:rPr>
              <a:t>();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document.getElementById</a:t>
            </a:r>
            <a:r>
              <a:rPr lang="en-IN" dirty="0">
                <a:latin typeface="Courier New" panose="02070309020205020404" pitchFamily="49" charset="0"/>
              </a:rPr>
              <a:t>("result").</a:t>
            </a:r>
            <a:r>
              <a:rPr lang="en-IN" dirty="0" err="1">
                <a:latin typeface="Courier New" panose="02070309020205020404" pitchFamily="49" charset="0"/>
              </a:rPr>
              <a:t>innerText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result.message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7021867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F64315-857D-817B-C4A8-9B704883827F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Simple Login Form (HTML + JS)</a:t>
            </a:r>
          </a:p>
          <a:p>
            <a:pPr>
              <a:buNone/>
            </a:pPr>
            <a:r>
              <a:rPr lang="en-IN" b="1" dirty="0"/>
              <a:t>HTML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&lt;form id="</a:t>
            </a:r>
            <a:r>
              <a:rPr lang="en-IN" dirty="0" err="1">
                <a:latin typeface="Courier New" panose="02070309020205020404" pitchFamily="49" charset="0"/>
              </a:rPr>
              <a:t>loginForm</a:t>
            </a:r>
            <a:r>
              <a:rPr lang="en-IN" dirty="0">
                <a:latin typeface="Courier New" panose="02070309020205020404" pitchFamily="49" charset="0"/>
              </a:rPr>
              <a:t>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&lt;input type="email" id="email" placeholder="Enter email" required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&lt;input type="password" id="password" placeholder="Enter password" required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&lt;button type="submit"&gt;Login&lt;/button&gt;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&lt;/form&gt;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&lt;p id="</a:t>
            </a:r>
            <a:r>
              <a:rPr lang="en-IN" dirty="0" err="1">
                <a:latin typeface="Courier New" panose="02070309020205020404" pitchFamily="49" charset="0"/>
              </a:rPr>
              <a:t>loginMessage</a:t>
            </a:r>
            <a:r>
              <a:rPr lang="en-IN" dirty="0">
                <a:latin typeface="Courier New" panose="02070309020205020404" pitchFamily="49" charset="0"/>
              </a:rPr>
              <a:t>"&gt;&lt;/p&gt;</a:t>
            </a:r>
          </a:p>
        </p:txBody>
      </p:sp>
    </p:spTree>
    <p:extLst>
      <p:ext uri="{BB962C8B-B14F-4D97-AF65-F5344CB8AC3E}">
        <p14:creationId xmlns:p14="http://schemas.microsoft.com/office/powerpoint/2010/main" val="6796834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26E77-3303-1F83-7601-2180D59DFE5B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End-to-End Flow Students Should Test</a:t>
            </a:r>
          </a:p>
          <a:p>
            <a:pPr>
              <a:buNone/>
            </a:pPr>
            <a:r>
              <a:rPr lang="en-IN" b="1" dirty="0"/>
              <a:t>✔ Signup 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Fill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goes to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gets success message</a:t>
            </a:r>
          </a:p>
          <a:p>
            <a:pPr>
              <a:buNone/>
            </a:pPr>
            <a:r>
              <a:rPr lang="en-IN" b="1" dirty="0"/>
              <a:t>✔ Login 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Enter valid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returns </a:t>
            </a:r>
            <a:r>
              <a:rPr lang="en-IN" b="1" dirty="0"/>
              <a:t>JWT token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 stored in </a:t>
            </a:r>
            <a:r>
              <a:rPr lang="en-IN" dirty="0" err="1">
                <a:latin typeface="Courier New" panose="02070309020205020404" pitchFamily="49" charset="0"/>
              </a:rPr>
              <a:t>localStorage</a:t>
            </a:r>
            <a:endParaRPr lang="en-IN" dirty="0"/>
          </a:p>
          <a:p>
            <a:pPr>
              <a:buNone/>
            </a:pPr>
            <a:r>
              <a:rPr lang="en-IN" b="1" dirty="0"/>
              <a:t>✔ After login →</a:t>
            </a:r>
          </a:p>
          <a:p>
            <a:pPr>
              <a:buNone/>
            </a:pPr>
            <a:r>
              <a:rPr lang="en-IN" dirty="0"/>
              <a:t>Test protected API: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fetch("http://localhost:5000/user/profile",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headers: { "Authorization": "Bearer " + </a:t>
            </a:r>
            <a:r>
              <a:rPr lang="en-IN" dirty="0" err="1">
                <a:latin typeface="Courier New" panose="02070309020205020404" pitchFamily="49" charset="0"/>
              </a:rPr>
              <a:t>localStorage.getItem</a:t>
            </a:r>
            <a:r>
              <a:rPr lang="en-IN" dirty="0">
                <a:latin typeface="Courier New" panose="02070309020205020404" pitchFamily="49" charset="0"/>
              </a:rPr>
              <a:t>("token")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r>
              <a:rPr lang="en-IN" dirty="0"/>
              <a:t>If token works → backend returns profile details.</a:t>
            </a:r>
          </a:p>
        </p:txBody>
      </p:sp>
    </p:spTree>
    <p:extLst>
      <p:ext uri="{BB962C8B-B14F-4D97-AF65-F5344CB8AC3E}">
        <p14:creationId xmlns:p14="http://schemas.microsoft.com/office/powerpoint/2010/main" val="1356999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B75676-08E4-C41A-6F8F-B95432E6775C}"/>
              </a:ext>
            </a:extLst>
          </p:cNvPr>
          <p:cNvSpPr txBox="1"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6️⃣ Student Tasks (Day 4 Tasks)</a:t>
            </a:r>
          </a:p>
          <a:p>
            <a:pPr>
              <a:buNone/>
            </a:pPr>
            <a:r>
              <a:rPr lang="en-IN" b="1" dirty="0"/>
              <a:t>Task 1:</a:t>
            </a:r>
          </a:p>
          <a:p>
            <a:pPr>
              <a:buNone/>
            </a:pPr>
            <a:r>
              <a:rPr lang="en-IN" dirty="0"/>
              <a:t>Create Login + Signup pages (HTML/CSS)</a:t>
            </a:r>
          </a:p>
          <a:p>
            <a:pPr>
              <a:buNone/>
            </a:pPr>
            <a:r>
              <a:rPr lang="en-IN" b="1" dirty="0"/>
              <a:t>Task 2:</a:t>
            </a:r>
          </a:p>
          <a:p>
            <a:pPr>
              <a:buNone/>
            </a:pPr>
            <a:r>
              <a:rPr lang="en-IN" dirty="0"/>
              <a:t>Connect both forms to backend using fetch/</a:t>
            </a:r>
            <a:r>
              <a:rPr lang="en-IN" dirty="0" err="1"/>
              <a:t>axios</a:t>
            </a:r>
            <a:endParaRPr lang="en-IN" dirty="0"/>
          </a:p>
          <a:p>
            <a:pPr>
              <a:buNone/>
            </a:pPr>
            <a:r>
              <a:rPr lang="en-IN" b="1" dirty="0"/>
              <a:t>Task 3:</a:t>
            </a:r>
          </a:p>
          <a:p>
            <a:pPr>
              <a:buNone/>
            </a:pPr>
            <a:r>
              <a:rPr lang="en-IN" dirty="0"/>
              <a:t>Store JWT token in </a:t>
            </a:r>
            <a:r>
              <a:rPr lang="en-IN" dirty="0" err="1"/>
              <a:t>localStorage</a:t>
            </a:r>
            <a:r>
              <a:rPr lang="en-IN" dirty="0"/>
              <a:t> after login</a:t>
            </a:r>
          </a:p>
          <a:p>
            <a:pPr>
              <a:buNone/>
            </a:pPr>
            <a:r>
              <a:rPr lang="en-IN" b="1" dirty="0"/>
              <a:t>Task 4:</a:t>
            </a:r>
          </a:p>
          <a:p>
            <a:pPr>
              <a:buNone/>
            </a:pPr>
            <a:r>
              <a:rPr lang="en-IN" dirty="0"/>
              <a:t>Test complete flow end-to-end: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Signup → Login → Access protected route</a:t>
            </a:r>
          </a:p>
          <a:p>
            <a:pPr>
              <a:buNone/>
            </a:pPr>
            <a:r>
              <a:rPr lang="en-IN" b="1" dirty="0"/>
              <a:t>Task 5 (Optional Advanced):</a:t>
            </a:r>
          </a:p>
          <a:p>
            <a:pPr>
              <a:buNone/>
            </a:pPr>
            <a:r>
              <a:rPr lang="en-IN" dirty="0"/>
              <a:t>Show an alert 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Wrong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not found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Weak password</a:t>
            </a:r>
          </a:p>
        </p:txBody>
      </p:sp>
    </p:spTree>
    <p:extLst>
      <p:ext uri="{BB962C8B-B14F-4D97-AF65-F5344CB8AC3E}">
        <p14:creationId xmlns:p14="http://schemas.microsoft.com/office/powerpoint/2010/main" val="2756174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167D38-5486-F797-CC4E-4D9B73437C4C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7️⃣ Expected Output After Today</a:t>
            </a:r>
          </a:p>
          <a:p>
            <a:pPr>
              <a:buNone/>
            </a:pPr>
            <a:r>
              <a:rPr lang="en-US" dirty="0"/>
              <a:t>✔ Working signup screen</a:t>
            </a:r>
            <a:br>
              <a:rPr lang="en-US" dirty="0"/>
            </a:br>
            <a:r>
              <a:rPr lang="en-US" dirty="0"/>
              <a:t>✔ Working login screen</a:t>
            </a:r>
            <a:br>
              <a:rPr lang="en-US" dirty="0"/>
            </a:br>
            <a:r>
              <a:rPr lang="en-US" dirty="0"/>
              <a:t>✔ Backend receives data</a:t>
            </a:r>
            <a:br>
              <a:rPr lang="en-US" dirty="0"/>
            </a:br>
            <a:r>
              <a:rPr lang="en-US" dirty="0"/>
              <a:t>✔ JWT saved in frontend</a:t>
            </a:r>
            <a:br>
              <a:rPr lang="en-US" dirty="0"/>
            </a:br>
            <a:r>
              <a:rPr lang="en-US" dirty="0"/>
              <a:t>✔ User can access protected page after login</a:t>
            </a:r>
          </a:p>
        </p:txBody>
      </p:sp>
    </p:spTree>
    <p:extLst>
      <p:ext uri="{BB962C8B-B14F-4D97-AF65-F5344CB8AC3E}">
        <p14:creationId xmlns:p14="http://schemas.microsoft.com/office/powerpoint/2010/main" val="2606832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E723B3-D0EC-8476-75D1-4D98486B8F08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5 – Profile Management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concept of </a:t>
            </a:r>
            <a:r>
              <a:rPr lang="en-IN" b="1" dirty="0"/>
              <a:t>user dashboard</a:t>
            </a:r>
            <a:r>
              <a:rPr lang="en-IN" dirty="0"/>
              <a:t> and </a:t>
            </a:r>
            <a:r>
              <a:rPr lang="en-IN" b="1" dirty="0"/>
              <a:t>profile data storage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profile page wireframe (name, email, education info, history).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Backend: Create endpoint to fetch &amp; update profile.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Store logged-in user info locally (session or JWT token).</a:t>
            </a:r>
          </a:p>
        </p:txBody>
      </p:sp>
    </p:spTree>
    <p:extLst>
      <p:ext uri="{BB962C8B-B14F-4D97-AF65-F5344CB8AC3E}">
        <p14:creationId xmlns:p14="http://schemas.microsoft.com/office/powerpoint/2010/main" val="2138065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4C6CF-E7D6-F2B2-0CEF-B2F10564B44C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Goal of Today</a:t>
            </a:r>
          </a:p>
          <a:p>
            <a:pPr>
              <a:buNone/>
            </a:pPr>
            <a:r>
              <a:rPr lang="en-US" dirty="0"/>
              <a:t>Students will learn: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a </a:t>
            </a:r>
            <a:r>
              <a:rPr lang="en-US" b="1" dirty="0"/>
              <a:t>User Dashboard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user </a:t>
            </a:r>
            <a:r>
              <a:rPr lang="en-US" b="1" dirty="0"/>
              <a:t>profile data is stored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design a </a:t>
            </a:r>
            <a:r>
              <a:rPr lang="en-US" b="1" dirty="0"/>
              <a:t>Profile Page UI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create backend </a:t>
            </a:r>
            <a:r>
              <a:rPr lang="en-US" b="1" dirty="0"/>
              <a:t>fetch/update profile APIs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store user login info using </a:t>
            </a:r>
            <a:r>
              <a:rPr lang="en-US" b="1" dirty="0"/>
              <a:t>JWT/</a:t>
            </a:r>
            <a:r>
              <a:rPr lang="en-US" b="1" dirty="0" err="1"/>
              <a:t>sessio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63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E3B2BD-223A-5817-C5F2-5DC704C804B2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a User Dashboard?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User Dashboard</a:t>
            </a:r>
            <a:r>
              <a:rPr lang="en-US" dirty="0"/>
              <a:t> is the main homepage after login.</a:t>
            </a:r>
            <a:br>
              <a:rPr lang="en-US" dirty="0"/>
            </a:br>
            <a:r>
              <a:rPr lang="en-US" dirty="0"/>
              <a:t>It displays: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identity (name, email)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Job 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Options to update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Logout button</a:t>
            </a:r>
          </a:p>
          <a:p>
            <a:pPr>
              <a:buNone/>
            </a:pPr>
            <a:r>
              <a:rPr lang="en-US" b="1" dirty="0"/>
              <a:t>Why do we need a dashboard?</a:t>
            </a:r>
          </a:p>
          <a:p>
            <a:pPr>
              <a:buNone/>
            </a:pPr>
            <a:r>
              <a:rPr lang="en-US" dirty="0"/>
              <a:t>✔ Personalized experience</a:t>
            </a:r>
            <a:br>
              <a:rPr lang="en-US" dirty="0"/>
            </a:br>
            <a:r>
              <a:rPr lang="en-US" dirty="0"/>
              <a:t>✔ Shows user data</a:t>
            </a:r>
            <a:br>
              <a:rPr lang="en-US" dirty="0"/>
            </a:br>
            <a:r>
              <a:rPr lang="en-US" dirty="0"/>
              <a:t>✔ Allows updating information</a:t>
            </a:r>
            <a:br>
              <a:rPr lang="en-US" dirty="0"/>
            </a:br>
            <a:r>
              <a:rPr lang="en-US" dirty="0"/>
              <a:t>✔ Required for projects with authentication</a:t>
            </a:r>
            <a:br>
              <a:rPr lang="en-US" dirty="0"/>
            </a:br>
            <a:r>
              <a:rPr lang="en-US" dirty="0"/>
              <a:t>✔ Helps connect multiple modules (education, prediction, history)</a:t>
            </a:r>
          </a:p>
        </p:txBody>
      </p:sp>
    </p:spTree>
    <p:extLst>
      <p:ext uri="{BB962C8B-B14F-4D97-AF65-F5344CB8AC3E}">
        <p14:creationId xmlns:p14="http://schemas.microsoft.com/office/powerpoint/2010/main" val="41401931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22910-6B1B-6961-2512-DC284EC28C0F}"/>
              </a:ext>
            </a:extLst>
          </p:cNvPr>
          <p:cNvSpPr txBox="1"/>
          <p:nvPr/>
        </p:nvSpPr>
        <p:spPr>
          <a:xfrm>
            <a:off x="3048000" y="88984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How is Profile Data Stored?</a:t>
            </a:r>
          </a:p>
          <a:p>
            <a:pPr>
              <a:buNone/>
            </a:pPr>
            <a:r>
              <a:rPr lang="en-IN" dirty="0"/>
              <a:t>A user profile typically stores:</a:t>
            </a:r>
          </a:p>
          <a:p>
            <a:pPr>
              <a:buNone/>
            </a:pPr>
            <a:r>
              <a:rPr lang="en-IN" b="1" dirty="0"/>
              <a:t>🔹 Personal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picture (optional)</a:t>
            </a:r>
          </a:p>
          <a:p>
            <a:pPr>
              <a:buNone/>
            </a:pPr>
            <a:r>
              <a:rPr lang="en-IN" b="1" dirty="0"/>
              <a:t>🔹 Education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Certifications</a:t>
            </a:r>
          </a:p>
          <a:p>
            <a:pPr>
              <a:buNone/>
            </a:pPr>
            <a:r>
              <a:rPr lang="en-IN" b="1" dirty="0"/>
              <a:t>🔹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Past job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Date/time of each prediction</a:t>
            </a:r>
          </a:p>
          <a:p>
            <a:pPr>
              <a:buNone/>
            </a:pPr>
            <a:r>
              <a:rPr lang="en-IN" b="1" dirty="0"/>
              <a:t>Where is this stored?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b="1" dirty="0"/>
              <a:t>Database</a:t>
            </a:r>
            <a:r>
              <a:rPr lang="en-IN" dirty="0"/>
              <a:t> – SQL/SQLite/MongoDB</a:t>
            </a:r>
            <a:br>
              <a:rPr lang="en-IN" dirty="0"/>
            </a:br>
            <a:r>
              <a:rPr lang="en-IN" dirty="0"/>
              <a:t>✔ Linked to user using </a:t>
            </a:r>
            <a:r>
              <a:rPr lang="en-IN" b="1" dirty="0" err="1"/>
              <a:t>user_id</a:t>
            </a:r>
            <a:br>
              <a:rPr lang="en-IN" dirty="0"/>
            </a:br>
            <a:r>
              <a:rPr lang="en-IN" dirty="0"/>
              <a:t>✔ Fetched using </a:t>
            </a:r>
            <a:r>
              <a:rPr lang="en-IN" b="1" dirty="0"/>
              <a:t>JWT authentication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4685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B4D460-59C6-4113-4771-9AE74C511208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How Frontend Knows Which User is Logged In?</a:t>
            </a:r>
          </a:p>
          <a:p>
            <a:pPr>
              <a:buNone/>
            </a:pPr>
            <a:r>
              <a:rPr lang="en-IN" dirty="0"/>
              <a:t>When login is successful: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returns a </a:t>
            </a:r>
            <a:r>
              <a:rPr lang="en-IN" b="1" dirty="0"/>
              <a:t>JWT token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Frontend stores the token:</a:t>
            </a:r>
          </a:p>
          <a:p>
            <a:pPr>
              <a:buNone/>
            </a:pPr>
            <a:r>
              <a:rPr lang="en-IN" b="1" dirty="0"/>
              <a:t>Option 1 — </a:t>
            </a:r>
            <a:r>
              <a:rPr lang="en-IN" b="1" dirty="0" err="1"/>
              <a:t>localStorage</a:t>
            </a:r>
            <a:r>
              <a:rPr lang="en-IN" b="1" dirty="0"/>
              <a:t> (most common):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localStorage.setItem</a:t>
            </a:r>
            <a:r>
              <a:rPr lang="en-IN" dirty="0">
                <a:latin typeface="Courier New" panose="02070309020205020404" pitchFamily="49" charset="0"/>
              </a:rPr>
              <a:t>("token", </a:t>
            </a:r>
            <a:r>
              <a:rPr lang="en-IN" dirty="0" err="1">
                <a:latin typeface="Courier New" panose="02070309020205020404" pitchFamily="49" charset="0"/>
              </a:rPr>
              <a:t>jwtToken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IN" b="1" dirty="0"/>
              <a:t>Option 2 — </a:t>
            </a:r>
            <a:r>
              <a:rPr lang="en-IN" b="1" dirty="0" err="1"/>
              <a:t>sessionStorage</a:t>
            </a:r>
            <a:r>
              <a:rPr lang="en-IN" b="1" dirty="0"/>
              <a:t> (expires on tab close):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sessionStorage.setItem</a:t>
            </a:r>
            <a:r>
              <a:rPr lang="en-IN" dirty="0">
                <a:latin typeface="Courier New" panose="02070309020205020404" pitchFamily="49" charset="0"/>
              </a:rPr>
              <a:t>("token", </a:t>
            </a:r>
            <a:r>
              <a:rPr lang="en-IN" dirty="0" err="1">
                <a:latin typeface="Courier New" panose="02070309020205020404" pitchFamily="49" charset="0"/>
              </a:rPr>
              <a:t>jwtToken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IN" dirty="0"/>
              <a:t>This token is used to fetch user profile: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Authorization: Bearer &lt;token&gt;</a:t>
            </a:r>
          </a:p>
        </p:txBody>
      </p:sp>
    </p:spTree>
    <p:extLst>
      <p:ext uri="{BB962C8B-B14F-4D97-AF65-F5344CB8AC3E}">
        <p14:creationId xmlns:p14="http://schemas.microsoft.com/office/powerpoint/2010/main" val="2115139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99748-E378-FF04-BDEA-5E9BD5263F02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--------------------------------------------------</a:t>
            </a:r>
          </a:p>
          <a:p>
            <a:r>
              <a:rPr lang="en-IN" dirty="0"/>
              <a:t>|                USER PROFILE DASHBOARD            |</a:t>
            </a:r>
          </a:p>
          <a:p>
            <a:r>
              <a:rPr lang="en-IN" dirty="0"/>
              <a:t> --------------------------------------------------</a:t>
            </a:r>
          </a:p>
          <a:p>
            <a:r>
              <a:rPr lang="en-IN" dirty="0"/>
              <a:t>|  Profile Picture (optional)                      |</a:t>
            </a:r>
          </a:p>
          <a:p>
            <a:r>
              <a:rPr lang="en-IN" dirty="0"/>
              <a:t>|                                                  |</a:t>
            </a:r>
          </a:p>
          <a:p>
            <a:r>
              <a:rPr lang="en-IN" dirty="0"/>
              <a:t>|  Name:  ________________________                 |</a:t>
            </a:r>
          </a:p>
          <a:p>
            <a:r>
              <a:rPr lang="en-IN" dirty="0"/>
              <a:t>|  Email: ________________________                 |</a:t>
            </a:r>
          </a:p>
          <a:p>
            <a:r>
              <a:rPr lang="en-IN" dirty="0"/>
              <a:t>|                                                  |</a:t>
            </a:r>
          </a:p>
          <a:p>
            <a:r>
              <a:rPr lang="en-IN" dirty="0"/>
              <a:t>|--------------- Education Information ------------|</a:t>
            </a:r>
          </a:p>
          <a:p>
            <a:r>
              <a:rPr lang="en-IN" dirty="0"/>
              <a:t>|  Degree: ______________________                  |</a:t>
            </a:r>
          </a:p>
          <a:p>
            <a:r>
              <a:rPr lang="en-IN" dirty="0"/>
              <a:t>|  Specialization: _______________                 |</a:t>
            </a:r>
          </a:p>
          <a:p>
            <a:r>
              <a:rPr lang="en-IN" dirty="0"/>
              <a:t>|  CGPA: _________________________                 |</a:t>
            </a:r>
          </a:p>
          <a:p>
            <a:r>
              <a:rPr lang="en-IN" dirty="0"/>
              <a:t>|  Certifications: _______________                 |</a:t>
            </a:r>
          </a:p>
          <a:p>
            <a:r>
              <a:rPr lang="en-IN" dirty="0"/>
              <a:t>|                                                  |</a:t>
            </a:r>
          </a:p>
          <a:p>
            <a:r>
              <a:rPr lang="en-IN" dirty="0"/>
              <a:t>|--------------- Prediction History ---------------|</a:t>
            </a:r>
          </a:p>
          <a:p>
            <a:r>
              <a:rPr lang="en-IN" dirty="0"/>
              <a:t>|  1. Data Analyst – 89% (12 Oct 2025)             |</a:t>
            </a:r>
          </a:p>
          <a:p>
            <a:r>
              <a:rPr lang="en-IN" dirty="0"/>
              <a:t>|  2. ML Engineer – 76% (10 Oct 2025)              |</a:t>
            </a:r>
          </a:p>
          <a:p>
            <a:r>
              <a:rPr lang="en-IN" dirty="0"/>
              <a:t>|                                                  |</a:t>
            </a:r>
          </a:p>
          <a:p>
            <a:r>
              <a:rPr lang="en-IN" dirty="0"/>
              <a:t>|                [Update Profile Button]           |</a:t>
            </a:r>
          </a:p>
          <a:p>
            <a:r>
              <a:rPr lang="en-IN" dirty="0"/>
              <a:t>|                [Logout Button]                   |</a:t>
            </a:r>
          </a:p>
          <a:p>
            <a:r>
              <a:rPr lang="en-IN" dirty="0"/>
              <a:t> 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1368139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BF3E5-E834-30B0-0894-EB037225DD8F}"/>
              </a:ext>
            </a:extLst>
          </p:cNvPr>
          <p:cNvSpPr txBox="1"/>
          <p:nvPr/>
        </p:nvSpPr>
        <p:spPr>
          <a:xfrm>
            <a:off x="3048000" y="296733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BACKEND APIs (FETCH + UPDATE PROFILE)</a:t>
            </a:r>
          </a:p>
          <a:p>
            <a:pPr>
              <a:buNone/>
            </a:pPr>
            <a:r>
              <a:rPr lang="en-US" b="1" dirty="0"/>
              <a:t>1️⃣ GET Profile API</a:t>
            </a:r>
          </a:p>
          <a:p>
            <a:pPr>
              <a:buNone/>
            </a:pPr>
            <a:r>
              <a:rPr lang="en-US" dirty="0"/>
              <a:t>Used to fetch data from database using JWT token.</a:t>
            </a:r>
          </a:p>
          <a:p>
            <a:r>
              <a:rPr lang="en-US" b="1" dirty="0"/>
              <a:t>2️⃣ UPDATE Profile API</a:t>
            </a:r>
          </a:p>
          <a:p>
            <a:r>
              <a:rPr lang="en-US" dirty="0"/>
              <a:t>Used when user edits education or personal info.</a:t>
            </a:r>
          </a:p>
          <a:p>
            <a:r>
              <a:rPr lang="en-IN" b="1" dirty="0"/>
              <a:t>FRONTEND (Fetching User Profile)</a:t>
            </a:r>
          </a:p>
          <a:p>
            <a:r>
              <a:rPr lang="en-IN" b="1" dirty="0"/>
              <a:t>JavaScript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853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455E38-036E-D6B8-748A-8DEDA2FD2419}"/>
              </a:ext>
            </a:extLst>
          </p:cNvPr>
          <p:cNvSpPr txBox="1"/>
          <p:nvPr/>
        </p:nvSpPr>
        <p:spPr>
          <a:xfrm>
            <a:off x="3048000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Storing Logged-In User Info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C2EC17-FDDA-F481-9249-EF32F501A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25511"/>
              </p:ext>
            </p:extLst>
          </p:nvPr>
        </p:nvGraphicFramePr>
        <p:xfrm>
          <a:off x="914400" y="3870075"/>
          <a:ext cx="10363200" cy="146304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051195754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006814795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4072018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25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Until manually cleared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sessions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31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sessionStorage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Clears on tab close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Single-session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87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Cookies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Controlled expiry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Secure production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991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7512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D0E795-D735-2821-3FCB-C931C9C84632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Task 1: Create Profile Page Layout</a:t>
            </a:r>
          </a:p>
          <a:p>
            <a:pPr>
              <a:buNone/>
            </a:pPr>
            <a:r>
              <a:rPr lang="en-IN" dirty="0"/>
              <a:t>Fields to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History section</a:t>
            </a:r>
          </a:p>
          <a:p>
            <a:pPr>
              <a:buNone/>
            </a:pPr>
            <a:r>
              <a:rPr lang="en-IN" b="1" dirty="0"/>
              <a:t>🔹 Task 2: Fetch User Profile Using Token</a:t>
            </a:r>
          </a:p>
          <a:p>
            <a:pPr>
              <a:buNone/>
            </a:pPr>
            <a:r>
              <a:rPr lang="en-IN" dirty="0"/>
              <a:t>Use </a:t>
            </a:r>
            <a:r>
              <a:rPr lang="en-IN" dirty="0">
                <a:latin typeface="Courier New" panose="02070309020205020404" pitchFamily="49" charset="0"/>
              </a:rPr>
              <a:t>GET /user/profile</a:t>
            </a:r>
            <a:br>
              <a:rPr lang="en-IN" dirty="0"/>
            </a:br>
            <a:r>
              <a:rPr lang="en-IN" dirty="0"/>
              <a:t>Store data in page fields.</a:t>
            </a:r>
          </a:p>
          <a:p>
            <a:pPr>
              <a:buNone/>
            </a:pPr>
            <a:r>
              <a:rPr lang="en-IN" b="1" dirty="0"/>
              <a:t>🔹 Task 3: Implement Update Button</a:t>
            </a:r>
          </a:p>
          <a:p>
            <a:pPr>
              <a:buNone/>
            </a:pPr>
            <a:r>
              <a:rPr lang="en-IN" dirty="0"/>
              <a:t>On click: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Collect form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 to </a:t>
            </a:r>
            <a:r>
              <a:rPr lang="en-IN" dirty="0">
                <a:latin typeface="Courier New" panose="02070309020205020404" pitchFamily="49" charset="0"/>
              </a:rPr>
              <a:t>POST /user/update</a:t>
            </a:r>
            <a:endParaRPr lang="en-IN" dirty="0"/>
          </a:p>
          <a:p>
            <a:pPr>
              <a:buNone/>
            </a:pPr>
            <a:r>
              <a:rPr lang="en-IN" b="1" dirty="0"/>
              <a:t>🔹 Task 4: Store Login Info</a:t>
            </a:r>
          </a:p>
          <a:p>
            <a:pPr>
              <a:buNone/>
            </a:pPr>
            <a:r>
              <a:rPr lang="en-IN" dirty="0"/>
              <a:t>Store JWT token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localStorage</a:t>
            </a:r>
            <a:r>
              <a:rPr lang="en-IN" dirty="0"/>
              <a:t> </a:t>
            </a:r>
            <a:r>
              <a:rPr lang="en-IN" b="1" dirty="0"/>
              <a:t>or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sessionStorage</a:t>
            </a:r>
            <a:endParaRPr lang="en-IN" dirty="0"/>
          </a:p>
          <a:p>
            <a:pPr>
              <a:buNone/>
            </a:pPr>
            <a:r>
              <a:rPr lang="en-IN" b="1" dirty="0"/>
              <a:t>🔹 Task 5 (Optional):</a:t>
            </a:r>
          </a:p>
          <a:p>
            <a:pPr>
              <a:buNone/>
            </a:pPr>
            <a:r>
              <a:rPr lang="en-IN" dirty="0"/>
              <a:t>Show alert if no token found:</a:t>
            </a:r>
          </a:p>
        </p:txBody>
      </p:sp>
    </p:spTree>
    <p:extLst>
      <p:ext uri="{BB962C8B-B14F-4D97-AF65-F5344CB8AC3E}">
        <p14:creationId xmlns:p14="http://schemas.microsoft.com/office/powerpoint/2010/main" val="7846842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2122D4-CA4F-A778-4A90-8D1E93530458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Output by End of Day</a:t>
            </a:r>
          </a:p>
          <a:p>
            <a:pPr>
              <a:buNone/>
            </a:pPr>
            <a:r>
              <a:rPr lang="en-IN" dirty="0"/>
              <a:t>✔ Students understand concept of dashboard</a:t>
            </a:r>
            <a:br>
              <a:rPr lang="en-IN" dirty="0"/>
            </a:br>
            <a:r>
              <a:rPr lang="en-IN" dirty="0"/>
              <a:t>✔ Simple UI wireframe designed</a:t>
            </a:r>
            <a:br>
              <a:rPr lang="en-IN" dirty="0"/>
            </a:br>
            <a:r>
              <a:rPr lang="en-IN" dirty="0"/>
              <a:t>✔ Backend profile fetch/update APIs created</a:t>
            </a:r>
            <a:br>
              <a:rPr lang="en-IN" dirty="0"/>
            </a:br>
            <a:r>
              <a:rPr lang="en-IN" dirty="0"/>
              <a:t>✔ Frontend loads profile dynamically</a:t>
            </a:r>
            <a:br>
              <a:rPr lang="en-IN" dirty="0"/>
            </a:br>
            <a:r>
              <a:rPr lang="en-IN" dirty="0"/>
              <a:t>✔ JWT stored &amp; used for authentication</a:t>
            </a:r>
            <a:br>
              <a:rPr lang="en-IN" dirty="0"/>
            </a:br>
            <a:r>
              <a:rPr lang="en-IN" dirty="0"/>
              <a:t>✔ Update profile working end-to-end</a:t>
            </a:r>
          </a:p>
        </p:txBody>
      </p:sp>
    </p:spTree>
    <p:extLst>
      <p:ext uri="{BB962C8B-B14F-4D97-AF65-F5344CB8AC3E}">
        <p14:creationId xmlns:p14="http://schemas.microsoft.com/office/powerpoint/2010/main" val="1165309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474CD-C959-C119-B1E3-A673C92114FD}"/>
              </a:ext>
            </a:extLst>
          </p:cNvPr>
          <p:cNvSpPr txBox="1"/>
          <p:nvPr/>
        </p:nvSpPr>
        <p:spPr>
          <a:xfrm>
            <a:off x="3048000" y="241333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Week 2: Dashboard, Google Login, and Final Integration </a:t>
            </a:r>
          </a:p>
          <a:p>
            <a:pPr>
              <a:buNone/>
            </a:pPr>
            <a:r>
              <a:rPr lang="en-IN" b="1" dirty="0"/>
              <a:t>Day 6 – Google OAuth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</a:t>
            </a:r>
            <a:r>
              <a:rPr lang="en-IN" b="1" dirty="0"/>
              <a:t>OAuth 2.0 flow</a:t>
            </a:r>
            <a:r>
              <a:rPr lang="en-IN" dirty="0"/>
              <a:t> (Google Sign-In).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Demo integrating Google Login API in frontend.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Backend: Verify Google token &amp; create/update user in DB.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Add “Login with Google” button and connect it.</a:t>
            </a:r>
          </a:p>
        </p:txBody>
      </p:sp>
    </p:spTree>
    <p:extLst>
      <p:ext uri="{BB962C8B-B14F-4D97-AF65-F5344CB8AC3E}">
        <p14:creationId xmlns:p14="http://schemas.microsoft.com/office/powerpoint/2010/main" val="39969126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4DF7F8-B856-1C5E-F9C2-67CF3AF629CE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Teach students how to integrate </a:t>
            </a:r>
            <a:r>
              <a:rPr lang="en-US" b="1" dirty="0"/>
              <a:t>Google Sign-In</a:t>
            </a:r>
            <a:r>
              <a:rPr lang="en-US" dirty="0"/>
              <a:t> using OAuth 2.0 with frontend + backend validation.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7620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AB06FF-B2A7-2B74-231F-1B7DEB2C41B2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OAuth?</a:t>
            </a:r>
          </a:p>
          <a:p>
            <a:pPr>
              <a:buNone/>
            </a:pPr>
            <a:r>
              <a:rPr lang="en-US" dirty="0"/>
              <a:t>OAuth 2.0 is a secure authentication system that allows users to log in to your app using another trusted provider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LinkedIn</a:t>
            </a:r>
          </a:p>
          <a:p>
            <a:pPr>
              <a:buNone/>
            </a:pPr>
            <a:r>
              <a:rPr lang="en-US" dirty="0"/>
              <a:t>Instead of creating a new password, users simply authenticate through Google.</a:t>
            </a:r>
          </a:p>
        </p:txBody>
      </p:sp>
    </p:spTree>
    <p:extLst>
      <p:ext uri="{BB962C8B-B14F-4D97-AF65-F5344CB8AC3E}">
        <p14:creationId xmlns:p14="http://schemas.microsoft.com/office/powerpoint/2010/main" val="25420342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D1552-311C-7817-B973-F7CD9C163AF4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Why Google OAuth?</a:t>
            </a:r>
          </a:p>
          <a:p>
            <a:pPr>
              <a:buNone/>
            </a:pPr>
            <a:r>
              <a:rPr lang="en-IN" dirty="0"/>
              <a:t>✔ No need to set passwords</a:t>
            </a:r>
            <a:br>
              <a:rPr lang="en-IN" dirty="0"/>
            </a:br>
            <a:r>
              <a:rPr lang="en-IN" dirty="0"/>
              <a:t>✔ Faster login</a:t>
            </a:r>
            <a:br>
              <a:rPr lang="en-IN" dirty="0"/>
            </a:br>
            <a:r>
              <a:rPr lang="en-IN" dirty="0"/>
              <a:t>✔ More secure</a:t>
            </a:r>
            <a:br>
              <a:rPr lang="en-IN" dirty="0"/>
            </a:br>
            <a:r>
              <a:rPr lang="en-IN" dirty="0"/>
              <a:t>✔ Verified email (reduces fake accounts)</a:t>
            </a:r>
            <a:br>
              <a:rPr lang="en-IN" dirty="0"/>
            </a:br>
            <a:r>
              <a:rPr lang="en-IN" dirty="0"/>
              <a:t>✔ Easy user onboarding</a:t>
            </a:r>
          </a:p>
        </p:txBody>
      </p:sp>
    </p:spTree>
    <p:extLst>
      <p:ext uri="{BB962C8B-B14F-4D97-AF65-F5344CB8AC3E}">
        <p14:creationId xmlns:p14="http://schemas.microsoft.com/office/powerpoint/2010/main" val="6747810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659B72-E232-6C89-A2D8-08842456474C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OAuth 2.0 Flow (Simplified)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→ Clicks "Login with Google"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Google login popup appears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selects Google account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Google returns an ID Token (JWT)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Frontend sends Google token to backend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Backend verifies token with Google Server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If valid → create user in DB + return our JWT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logged in</a:t>
            </a:r>
          </a:p>
        </p:txBody>
      </p:sp>
    </p:spTree>
    <p:extLst>
      <p:ext uri="{BB962C8B-B14F-4D97-AF65-F5344CB8AC3E}">
        <p14:creationId xmlns:p14="http://schemas.microsoft.com/office/powerpoint/2010/main" val="32293752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D670A-260F-F61C-4703-42FF20C0847A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What is a Google ID Token?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JWT</a:t>
            </a:r>
            <a:r>
              <a:rPr lang="en-IN" dirty="0"/>
              <a:t> provided by Google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Contains user data: name, email, picture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Must be </a:t>
            </a:r>
            <a:r>
              <a:rPr lang="en-IN" b="1" dirty="0"/>
              <a:t>verified by backend</a:t>
            </a:r>
            <a:r>
              <a:rPr lang="en-IN" dirty="0"/>
              <a:t> to ensure authenticity</a:t>
            </a:r>
          </a:p>
          <a:p>
            <a:pPr>
              <a:buNone/>
            </a:pPr>
            <a:r>
              <a:rPr lang="en-IN" dirty="0"/>
              <a:t>Example ID token (truncated):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eyJhbGciOiJSUzI1NiIsImtpZCI6IjRjZjgyODk1OTk2Y2E5...</a:t>
            </a:r>
          </a:p>
        </p:txBody>
      </p:sp>
    </p:spTree>
    <p:extLst>
      <p:ext uri="{BB962C8B-B14F-4D97-AF65-F5344CB8AC3E}">
        <p14:creationId xmlns:p14="http://schemas.microsoft.com/office/powerpoint/2010/main" val="14171893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33EC1D-6137-6F3A-DE2D-E5899E9B2896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FRONTEND: Google Login Button</a:t>
            </a:r>
          </a:p>
          <a:p>
            <a:pPr>
              <a:buNone/>
            </a:pPr>
            <a:r>
              <a:rPr lang="en-IN" b="1" dirty="0"/>
              <a:t>1️⃣ Load Google Identity API</a:t>
            </a:r>
          </a:p>
          <a:p>
            <a:pPr>
              <a:buNone/>
            </a:pPr>
            <a:r>
              <a:rPr lang="en-IN" dirty="0"/>
              <a:t>Add this script tag in your HTML: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&lt;script </a:t>
            </a:r>
            <a:r>
              <a:rPr lang="en-IN" dirty="0" err="1">
                <a:latin typeface="Courier New" panose="02070309020205020404" pitchFamily="49" charset="0"/>
              </a:rPr>
              <a:t>src</a:t>
            </a:r>
            <a:r>
              <a:rPr lang="en-IN" dirty="0">
                <a:latin typeface="Courier New" panose="02070309020205020404" pitchFamily="49" charset="0"/>
              </a:rPr>
              <a:t>="https://accounts.google.com/</a:t>
            </a:r>
            <a:r>
              <a:rPr lang="en-IN" dirty="0" err="1">
                <a:latin typeface="Courier New" panose="02070309020205020404" pitchFamily="49" charset="0"/>
              </a:rPr>
              <a:t>gsi</a:t>
            </a:r>
            <a:r>
              <a:rPr lang="en-IN" dirty="0">
                <a:latin typeface="Courier New" panose="02070309020205020404" pitchFamily="49" charset="0"/>
              </a:rPr>
              <a:t>/client" async defer&gt;&lt;/script&gt;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2️⃣ Add Google Login Button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&lt;div id="</a:t>
            </a:r>
            <a:r>
              <a:rPr lang="en-IN" dirty="0" err="1">
                <a:latin typeface="Courier New" panose="02070309020205020404" pitchFamily="49" charset="0"/>
              </a:rPr>
              <a:t>g_id_onload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</a:t>
            </a:r>
            <a:r>
              <a:rPr lang="en-IN" dirty="0" err="1">
                <a:latin typeface="Courier New" panose="02070309020205020404" pitchFamily="49" charset="0"/>
              </a:rPr>
              <a:t>client_id</a:t>
            </a:r>
            <a:r>
              <a:rPr lang="en-IN" dirty="0">
                <a:latin typeface="Courier New" panose="02070309020205020404" pitchFamily="49" charset="0"/>
              </a:rPr>
              <a:t>="YOUR_GOOGLE_CLIENT_ID"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data-callback="</a:t>
            </a:r>
            <a:r>
              <a:rPr lang="en-IN" dirty="0" err="1">
                <a:latin typeface="Courier New" panose="02070309020205020404" pitchFamily="49" charset="0"/>
              </a:rPr>
              <a:t>handleGoogleLogin</a:t>
            </a:r>
            <a:r>
              <a:rPr lang="en-IN" dirty="0">
                <a:latin typeface="Courier New" panose="02070309020205020404" pitchFamily="49" charset="0"/>
              </a:rPr>
              <a:t>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&lt;/div&gt;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&lt;div class="</a:t>
            </a:r>
            <a:r>
              <a:rPr lang="en-IN" dirty="0" err="1">
                <a:latin typeface="Courier New" panose="02070309020205020404" pitchFamily="49" charset="0"/>
              </a:rPr>
              <a:t>g_id_signin</a:t>
            </a:r>
            <a:r>
              <a:rPr lang="en-IN" dirty="0">
                <a:latin typeface="Courier New" panose="02070309020205020404" pitchFamily="49" charset="0"/>
              </a:rPr>
              <a:t>" 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data-type="standard"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data-size="large"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data-theme="outline"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data-text="</a:t>
            </a:r>
            <a:r>
              <a:rPr lang="en-IN" dirty="0" err="1">
                <a:latin typeface="Courier New" panose="02070309020205020404" pitchFamily="49" charset="0"/>
              </a:rPr>
              <a:t>signin_with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data-shape="rectangular"&gt;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0008585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B7A0B-FF21-F1E3-CDB8-E5DE8D812594}"/>
              </a:ext>
            </a:extLst>
          </p:cNvPr>
          <p:cNvSpPr txBox="1"/>
          <p:nvPr/>
        </p:nvSpPr>
        <p:spPr>
          <a:xfrm>
            <a:off x="3048000" y="197346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Handle Google Login Response</a:t>
            </a:r>
          </a:p>
          <a:p>
            <a:pPr>
              <a:buNone/>
            </a:pPr>
            <a:r>
              <a:rPr lang="en-IN" dirty="0"/>
              <a:t>Google returns a JWT token (</a:t>
            </a:r>
            <a:r>
              <a:rPr lang="en-IN" dirty="0">
                <a:latin typeface="Courier New" panose="02070309020205020404" pitchFamily="49" charset="0"/>
              </a:rPr>
              <a:t>credential</a:t>
            </a:r>
            <a:r>
              <a:rPr lang="en-IN" dirty="0"/>
              <a:t>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function </a:t>
            </a:r>
            <a:r>
              <a:rPr lang="en-IN" dirty="0" err="1">
                <a:latin typeface="Courier New" panose="02070309020205020404" pitchFamily="49" charset="0"/>
              </a:rPr>
              <a:t>handleGoogleLogin</a:t>
            </a:r>
            <a:r>
              <a:rPr lang="en-IN" dirty="0">
                <a:latin typeface="Courier New" panose="02070309020205020404" pitchFamily="49" charset="0"/>
              </a:rPr>
              <a:t>(response)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</a:t>
            </a:r>
            <a:r>
              <a:rPr lang="en-IN" dirty="0" err="1">
                <a:latin typeface="Courier New" panose="02070309020205020404" pitchFamily="49" charset="0"/>
              </a:rPr>
              <a:t>const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googleToken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response.credential</a:t>
            </a:r>
            <a:r>
              <a:rPr lang="en-IN" dirty="0">
                <a:latin typeface="Courier New" panose="02070309020205020404" pitchFamily="49" charset="0"/>
              </a:rPr>
              <a:t>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// Send to backend for verification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fetch("http://localhost:5000/google-login",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method: "POST",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headers: { "Content-Type": "application/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r>
              <a:rPr lang="en-IN" dirty="0">
                <a:latin typeface="Courier New" panose="02070309020205020404" pitchFamily="49" charset="0"/>
              </a:rPr>
              <a:t>" 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body: </a:t>
            </a:r>
            <a:r>
              <a:rPr lang="en-IN" dirty="0" err="1">
                <a:latin typeface="Courier New" panose="02070309020205020404" pitchFamily="49" charset="0"/>
              </a:rPr>
              <a:t>JSON.stringify</a:t>
            </a:r>
            <a:r>
              <a:rPr lang="en-IN" dirty="0">
                <a:latin typeface="Courier New" panose="02070309020205020404" pitchFamily="49" charset="0"/>
              </a:rPr>
              <a:t>({ token: </a:t>
            </a:r>
            <a:r>
              <a:rPr lang="en-IN" dirty="0" err="1">
                <a:latin typeface="Courier New" panose="02070309020205020404" pitchFamily="49" charset="0"/>
              </a:rPr>
              <a:t>googleToken</a:t>
            </a:r>
            <a:r>
              <a:rPr lang="en-IN" dirty="0">
                <a:latin typeface="Courier New" panose="02070309020205020404" pitchFamily="49" charset="0"/>
              </a:rPr>
              <a:t> })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.then(res =&gt; </a:t>
            </a:r>
            <a:r>
              <a:rPr lang="en-IN" dirty="0" err="1">
                <a:latin typeface="Courier New" panose="02070309020205020404" pitchFamily="49" charset="0"/>
              </a:rPr>
              <a:t>res.json</a:t>
            </a:r>
            <a:r>
              <a:rPr lang="en-IN" dirty="0">
                <a:latin typeface="Courier New" panose="02070309020205020404" pitchFamily="49" charset="0"/>
              </a:rPr>
              <a:t>())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.then(data =&gt;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</a:t>
            </a:r>
            <a:r>
              <a:rPr lang="en-IN" dirty="0" err="1">
                <a:latin typeface="Courier New" panose="02070309020205020404" pitchFamily="49" charset="0"/>
              </a:rPr>
              <a:t>localStorage.setItem</a:t>
            </a:r>
            <a:r>
              <a:rPr lang="en-IN" dirty="0">
                <a:latin typeface="Courier New" panose="02070309020205020404" pitchFamily="49" charset="0"/>
              </a:rPr>
              <a:t>("token", </a:t>
            </a:r>
            <a:r>
              <a:rPr lang="en-IN" dirty="0" err="1">
                <a:latin typeface="Courier New" panose="02070309020205020404" pitchFamily="49" charset="0"/>
              </a:rPr>
              <a:t>data.token</a:t>
            </a:r>
            <a:r>
              <a:rPr lang="en-IN" dirty="0">
                <a:latin typeface="Courier New" panose="02070309020205020404" pitchFamily="49" charset="0"/>
              </a:rPr>
              <a:t>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alert("Login Successful!");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</a:t>
            </a:r>
            <a:r>
              <a:rPr lang="en-IN" dirty="0" err="1">
                <a:latin typeface="Courier New" panose="02070309020205020404" pitchFamily="49" charset="0"/>
              </a:rPr>
              <a:t>window.location.href</a:t>
            </a:r>
            <a:r>
              <a:rPr lang="en-IN" dirty="0">
                <a:latin typeface="Courier New" panose="02070309020205020404" pitchFamily="49" charset="0"/>
              </a:rPr>
              <a:t> = "dashboard.html";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});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27540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7473A5-8D60-FC8D-C3A5-83B86D2767FB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BACKEND: Verify Google Token (Flask Example)</a:t>
            </a:r>
          </a:p>
          <a:p>
            <a:pPr>
              <a:buNone/>
            </a:pPr>
            <a:r>
              <a:rPr lang="en-US" b="1" dirty="0"/>
              <a:t>Install library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pip install google-auth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Verify Token in Backend</a:t>
            </a:r>
          </a:p>
        </p:txBody>
      </p:sp>
    </p:spTree>
    <p:extLst>
      <p:ext uri="{BB962C8B-B14F-4D97-AF65-F5344CB8AC3E}">
        <p14:creationId xmlns:p14="http://schemas.microsoft.com/office/powerpoint/2010/main" val="20014496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AC3775-B95B-322C-5CFA-E617914E53F7}"/>
              </a:ext>
            </a:extLst>
          </p:cNvPr>
          <p:cNvSpPr txBox="1"/>
          <p:nvPr/>
        </p:nvSpPr>
        <p:spPr>
          <a:xfrm>
            <a:off x="3048000" y="1339335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FULL LOGIN FLOW (Student-Friendly Diagram)</a:t>
            </a:r>
          </a:p>
          <a:p>
            <a:pPr>
              <a:buNone/>
            </a:pPr>
            <a:r>
              <a:rPr lang="en-US" b="1" dirty="0"/>
              <a:t>[Frontend]                          [Backend]</a:t>
            </a:r>
          </a:p>
          <a:p>
            <a:pPr>
              <a:buNone/>
            </a:pPr>
            <a:r>
              <a:rPr lang="en-US" b="1" dirty="0"/>
              <a:t>-------------------------------------------------------------</a:t>
            </a:r>
          </a:p>
          <a:p>
            <a:pPr>
              <a:buNone/>
            </a:pPr>
            <a:r>
              <a:rPr lang="en-US" b="1" dirty="0"/>
              <a:t>User clicks Google Login</a:t>
            </a:r>
          </a:p>
          <a:p>
            <a:pPr>
              <a:buNone/>
            </a:pPr>
            <a:r>
              <a:rPr lang="en-US" b="1" dirty="0"/>
              <a:t>             → Google returns ID token</a:t>
            </a:r>
          </a:p>
          <a:p>
            <a:pPr>
              <a:buNone/>
            </a:pPr>
            <a:r>
              <a:rPr lang="en-US" b="1" dirty="0"/>
              <a:t>ID token → sent to backend via POST /google-login</a:t>
            </a:r>
          </a:p>
          <a:p>
            <a:pPr>
              <a:buNone/>
            </a:pPr>
            <a:r>
              <a:rPr lang="en-US" b="1" dirty="0"/>
              <a:t>                                          ↓</a:t>
            </a:r>
          </a:p>
          <a:p>
            <a:pPr>
              <a:buNone/>
            </a:pPr>
            <a:r>
              <a:rPr lang="en-US" b="1" dirty="0"/>
              <a:t>                                Verify token with Google servers</a:t>
            </a:r>
          </a:p>
          <a:p>
            <a:pPr>
              <a:buNone/>
            </a:pPr>
            <a:r>
              <a:rPr lang="en-US" b="1" dirty="0"/>
              <a:t>                                          ↓</a:t>
            </a:r>
          </a:p>
          <a:p>
            <a:pPr>
              <a:buNone/>
            </a:pPr>
            <a:r>
              <a:rPr lang="en-US" b="1" dirty="0"/>
              <a:t>                            Valid? → Create/Update user in DB</a:t>
            </a:r>
          </a:p>
          <a:p>
            <a:pPr>
              <a:buNone/>
            </a:pPr>
            <a:r>
              <a:rPr lang="en-US" b="1" dirty="0"/>
              <a:t>                                          ↓</a:t>
            </a:r>
          </a:p>
          <a:p>
            <a:pPr>
              <a:buNone/>
            </a:pPr>
            <a:r>
              <a:rPr lang="en-US" b="1" dirty="0"/>
              <a:t>                    Backend returns OUR JWT (app's token)</a:t>
            </a:r>
          </a:p>
          <a:p>
            <a:pPr>
              <a:buNone/>
            </a:pPr>
            <a:r>
              <a:rPr lang="en-US" b="1" dirty="0"/>
              <a:t>                                          ↓</a:t>
            </a:r>
          </a:p>
          <a:p>
            <a:pPr>
              <a:buNone/>
            </a:pPr>
            <a:r>
              <a:rPr lang="en-US" b="1" dirty="0"/>
              <a:t>Frontend stores token → </a:t>
            </a:r>
            <a:r>
              <a:rPr lang="en-US" b="1" dirty="0" err="1"/>
              <a:t>localStorage</a:t>
            </a:r>
            <a:endParaRPr lang="en-US" b="1" dirty="0"/>
          </a:p>
          <a:p>
            <a:pPr>
              <a:buNone/>
            </a:pPr>
            <a:r>
              <a:rPr lang="en-US" b="1" dirty="0"/>
              <a:t>                                          ↓</a:t>
            </a:r>
          </a:p>
          <a:p>
            <a:pPr>
              <a:buNone/>
            </a:pPr>
            <a:r>
              <a:rPr lang="en-US" b="1" dirty="0"/>
              <a:t>User logged into dashboard</a:t>
            </a:r>
          </a:p>
        </p:txBody>
      </p:sp>
    </p:spTree>
    <p:extLst>
      <p:ext uri="{BB962C8B-B14F-4D97-AF65-F5344CB8AC3E}">
        <p14:creationId xmlns:p14="http://schemas.microsoft.com/office/powerpoint/2010/main" val="16340458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7841-3A14-D26C-C741-7D7312EDD674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TASKS (Day 6 Tasks)</a:t>
            </a:r>
          </a:p>
          <a:p>
            <a:pPr>
              <a:buNone/>
            </a:pPr>
            <a:r>
              <a:rPr lang="en-IN" b="1" dirty="0"/>
              <a:t>🔹 Task 1: Add Google Login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Google Identity 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Google Sign-in div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callback function</a:t>
            </a:r>
          </a:p>
          <a:p>
            <a:pPr>
              <a:buNone/>
            </a:pPr>
            <a:r>
              <a:rPr lang="en-IN" b="1" dirty="0"/>
              <a:t>🔹 Task 2: Connect frontend with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Capture Google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POST it to </a:t>
            </a:r>
            <a:r>
              <a:rPr lang="en-IN" dirty="0">
                <a:latin typeface="Courier New" panose="02070309020205020404" pitchFamily="49" charset="0"/>
              </a:rPr>
              <a:t>/google-login</a:t>
            </a:r>
            <a:endParaRPr lang="en-IN" dirty="0"/>
          </a:p>
          <a:p>
            <a:pPr>
              <a:buNone/>
            </a:pPr>
            <a:r>
              <a:rPr lang="en-IN" b="1" dirty="0"/>
              <a:t>🔹 Task 3: Store final JWT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in </a:t>
            </a:r>
            <a:r>
              <a:rPr lang="en-IN" dirty="0" err="1">
                <a:latin typeface="Courier New" panose="02070309020205020404" pitchFamily="49" charset="0"/>
              </a:rPr>
              <a:t>localStorage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Redirect to dashboard</a:t>
            </a:r>
          </a:p>
          <a:p>
            <a:pPr>
              <a:buNone/>
            </a:pPr>
            <a:r>
              <a:rPr lang="en-IN" b="1" dirty="0"/>
              <a:t>🔹 Task 4: Test End-to-End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Login → backend verification →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 no password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with multiple accounts</a:t>
            </a:r>
          </a:p>
          <a:p>
            <a:pPr>
              <a:buNone/>
            </a:pPr>
            <a:r>
              <a:rPr lang="en-IN" b="1" dirty="0"/>
              <a:t>🔹 Optional Task (Advanced)</a:t>
            </a:r>
          </a:p>
          <a:p>
            <a:pPr>
              <a:buNone/>
            </a:pPr>
            <a:r>
              <a:rPr lang="en-IN" dirty="0"/>
              <a:t>Show user’s: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profile picture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email</a:t>
            </a:r>
            <a:br>
              <a:rPr lang="en-IN" dirty="0"/>
            </a:br>
            <a:r>
              <a:rPr lang="en-IN" dirty="0"/>
              <a:t>on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679924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2F6650-85EC-657A-B409-125C47B15672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Output After Today's Class</a:t>
            </a:r>
          </a:p>
          <a:p>
            <a:pPr>
              <a:buNone/>
            </a:pPr>
            <a:r>
              <a:rPr lang="en-IN" dirty="0"/>
              <a:t>✔ Google Login button working</a:t>
            </a:r>
            <a:br>
              <a:rPr lang="en-IN" dirty="0"/>
            </a:br>
            <a:r>
              <a:rPr lang="en-IN" dirty="0"/>
              <a:t>✔ User can log in without password</a:t>
            </a:r>
            <a:br>
              <a:rPr lang="en-IN" dirty="0"/>
            </a:br>
            <a:r>
              <a:rPr lang="en-IN" dirty="0"/>
              <a:t>✔ Backend verifies Google token</a:t>
            </a:r>
            <a:br>
              <a:rPr lang="en-IN" dirty="0"/>
            </a:br>
            <a:r>
              <a:rPr lang="en-IN" dirty="0"/>
              <a:t>✔ User entry created/updated in DB</a:t>
            </a:r>
            <a:br>
              <a:rPr lang="en-IN" dirty="0"/>
            </a:br>
            <a:r>
              <a:rPr lang="en-IN" dirty="0"/>
              <a:t>✔ User redirected to dashboard with JWT</a:t>
            </a:r>
            <a:br>
              <a:rPr lang="en-IN" dirty="0"/>
            </a:br>
            <a:r>
              <a:rPr lang="en-IN" dirty="0"/>
              <a:t>✔ No password stored locally → more secure</a:t>
            </a:r>
          </a:p>
        </p:txBody>
      </p:sp>
    </p:spTree>
    <p:extLst>
      <p:ext uri="{BB962C8B-B14F-4D97-AF65-F5344CB8AC3E}">
        <p14:creationId xmlns:p14="http://schemas.microsoft.com/office/powerpoint/2010/main" val="41522001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BE89E9-DF0C-3CD2-1696-E1AC7CB3EEAB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7 – Profile Editing &amp; Data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Teach PUT/PATCH API methods for updating user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“Edit Profile” feature.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Task: Students update academic fields (degree, specialization, etc.) and save to DB.</a:t>
            </a:r>
          </a:p>
        </p:txBody>
      </p:sp>
    </p:spTree>
    <p:extLst>
      <p:ext uri="{BB962C8B-B14F-4D97-AF65-F5344CB8AC3E}">
        <p14:creationId xmlns:p14="http://schemas.microsoft.com/office/powerpoint/2010/main" val="42657568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E6AA43-C28F-B3CF-3B48-D903C1F4FA7D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Teach students how to </a:t>
            </a:r>
            <a:r>
              <a:rPr lang="en-US" b="1" dirty="0"/>
              <a:t>edit profile data</a:t>
            </a:r>
            <a:r>
              <a:rPr lang="en-US" dirty="0"/>
              <a:t> and update it in the database using </a:t>
            </a:r>
            <a:r>
              <a:rPr lang="en-US" b="1" dirty="0"/>
              <a:t>PUT / PATCH methods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9145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84194F-EC5A-7067-A074-E75AD7B5CE5A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Do We Need Profile Editing?</a:t>
            </a:r>
          </a:p>
          <a:p>
            <a:pPr>
              <a:buNone/>
            </a:pPr>
            <a:r>
              <a:rPr lang="en-US" dirty="0"/>
              <a:t>Every user should be able to update their: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Contact information</a:t>
            </a:r>
          </a:p>
          <a:p>
            <a:pPr>
              <a:buNone/>
            </a:pPr>
            <a:r>
              <a:rPr lang="en-US" dirty="0"/>
              <a:t>This maintains accurate data and improves prediction quality.</a:t>
            </a:r>
          </a:p>
        </p:txBody>
      </p:sp>
    </p:spTree>
    <p:extLst>
      <p:ext uri="{BB962C8B-B14F-4D97-AF65-F5344CB8AC3E}">
        <p14:creationId xmlns:p14="http://schemas.microsoft.com/office/powerpoint/2010/main" val="39259470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956B22-DCFD-2680-AF0A-808C0BE37B54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What Are PUT &amp; PATCH Methods?</a:t>
            </a:r>
          </a:p>
          <a:p>
            <a:pPr>
              <a:buNone/>
            </a:pPr>
            <a:r>
              <a:rPr lang="en-US" b="1" dirty="0"/>
              <a:t>✔ PUT (Complete Update)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Replaces the </a:t>
            </a:r>
            <a:r>
              <a:rPr lang="en-US" b="1" dirty="0"/>
              <a:t>entire object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all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one field is missing, it may be set to null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updating profile with all new data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PUT /user/update</a:t>
            </a:r>
          </a:p>
          <a:p>
            <a:pPr>
              <a:buNone/>
            </a:pPr>
            <a:r>
              <a:rPr lang="en-US" dirty="0"/>
              <a:t>Body: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"name": "New Name",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"degree": "</a:t>
            </a:r>
            <a:r>
              <a:rPr lang="en-US" dirty="0" err="1">
                <a:latin typeface="Courier New" panose="02070309020205020404" pitchFamily="49" charset="0"/>
              </a:rPr>
              <a:t>B.Tech</a:t>
            </a:r>
            <a:r>
              <a:rPr lang="en-US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": "8.9"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45915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8015C7-A1E5-7ABA-F8AE-2BF4C624B0AF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✔ PATCH (Partial Update)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</a:t>
            </a:r>
            <a:r>
              <a:rPr lang="en-US" b="1" dirty="0"/>
              <a:t>only the fields you send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for small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not remove missing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commonly used in profile editing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PATCH /user/update</a:t>
            </a:r>
          </a:p>
          <a:p>
            <a:pPr>
              <a:buNone/>
            </a:pPr>
            <a:r>
              <a:rPr lang="en-US" dirty="0"/>
              <a:t>Body: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</a:t>
            </a:r>
            <a:r>
              <a:rPr lang="en-US" dirty="0" err="1">
                <a:latin typeface="Courier New" panose="02070309020205020404" pitchFamily="49" charset="0"/>
              </a:rPr>
              <a:t>cgpa</a:t>
            </a:r>
            <a:r>
              <a:rPr lang="en-US" dirty="0">
                <a:latin typeface="Courier New" panose="02070309020205020404" pitchFamily="49" charset="0"/>
              </a:rPr>
              <a:t>": "9.1"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90714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CE5FFF-20B0-1952-1312-1BC4BD5DC48C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Why PATCH is Preferred for Profile Editing?</a:t>
            </a:r>
          </a:p>
          <a:p>
            <a:pPr>
              <a:buNone/>
            </a:pPr>
            <a:r>
              <a:rPr lang="en-US" dirty="0"/>
              <a:t>✔ Safer</a:t>
            </a:r>
            <a:br>
              <a:rPr lang="en-US" dirty="0"/>
            </a:br>
            <a:r>
              <a:rPr lang="en-US" dirty="0"/>
              <a:t>✔ Fewer errors</a:t>
            </a:r>
            <a:br>
              <a:rPr lang="en-US" dirty="0"/>
            </a:br>
            <a:r>
              <a:rPr lang="en-US" dirty="0"/>
              <a:t>✔ Only updates changed fields</a:t>
            </a:r>
            <a:br>
              <a:rPr lang="en-US" dirty="0"/>
            </a:br>
            <a:r>
              <a:rPr lang="en-US" dirty="0"/>
              <a:t>✔ Does not overwrite other values</a:t>
            </a:r>
          </a:p>
        </p:txBody>
      </p:sp>
    </p:spTree>
    <p:extLst>
      <p:ext uri="{BB962C8B-B14F-4D97-AF65-F5344CB8AC3E}">
        <p14:creationId xmlns:p14="http://schemas.microsoft.com/office/powerpoint/2010/main" val="34169312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B37B79-511D-3139-4355-948F53A5A148}"/>
              </a:ext>
            </a:extLst>
          </p:cNvPr>
          <p:cNvSpPr txBox="1"/>
          <p:nvPr/>
        </p:nvSpPr>
        <p:spPr>
          <a:xfrm>
            <a:off x="3048000" y="11668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UI/UX: Edit Profile Workflow</a:t>
            </a:r>
          </a:p>
          <a:p>
            <a:pPr>
              <a:buNone/>
            </a:pPr>
            <a:r>
              <a:rPr lang="en-IN" b="1" dirty="0"/>
              <a:t>Typical Flow: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clicks “Edit Profile”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Form fields become editable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User updates details (degree, specialization, 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Click Save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Frontend sends PUT/PATCH request to backend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Backend updates database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UI shows “Profile updated successfully”</a:t>
            </a:r>
          </a:p>
        </p:txBody>
      </p:sp>
    </p:spTree>
    <p:extLst>
      <p:ext uri="{BB962C8B-B14F-4D97-AF65-F5344CB8AC3E}">
        <p14:creationId xmlns:p14="http://schemas.microsoft.com/office/powerpoint/2010/main" val="15484752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B6A924-5DE4-9956-64BB-5A3634D3BEEC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Optimistic UI update</a:t>
            </a:r>
          </a:p>
          <a:p>
            <a:pPr>
              <a:buNone/>
            </a:pPr>
            <a:r>
              <a:rPr lang="en-US" dirty="0"/>
              <a:t>Before backend response: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“Saving...”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Disable “Save”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UX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2️⃣ Validation examples</a:t>
            </a:r>
          </a:p>
          <a:p>
            <a:pPr>
              <a:buNone/>
            </a:pPr>
            <a:r>
              <a:rPr lang="en-US" dirty="0"/>
              <a:t>Check before sending: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 must be 0–10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 must not be empty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 must have min 3 letters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3️⃣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route must always require JWT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update only their own profile</a:t>
            </a:r>
          </a:p>
        </p:txBody>
      </p:sp>
    </p:spTree>
    <p:extLst>
      <p:ext uri="{BB962C8B-B14F-4D97-AF65-F5344CB8AC3E}">
        <p14:creationId xmlns:p14="http://schemas.microsoft.com/office/powerpoint/2010/main" val="38963849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DDC89D-5320-9257-0ADF-71EFA019E285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Task 1 — Create Edit Profile Form</a:t>
            </a:r>
          </a:p>
          <a:p>
            <a:pPr>
              <a:buNone/>
            </a:pPr>
            <a:r>
              <a:rPr lang="en-IN" dirty="0"/>
              <a:t>Fields required: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2 — Implement PATCH Request</a:t>
            </a:r>
          </a:p>
          <a:p>
            <a:pPr>
              <a:buNone/>
            </a:pPr>
            <a:r>
              <a:rPr lang="en-IN" dirty="0"/>
              <a:t>Send updated fields only.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3 — Save updates to DB</a:t>
            </a:r>
          </a:p>
          <a:p>
            <a:pPr>
              <a:buNone/>
            </a:pPr>
            <a:r>
              <a:rPr lang="en-IN" dirty="0"/>
              <a:t>Database must reflect new: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4 — Show Success Message</a:t>
            </a:r>
          </a:p>
          <a:p>
            <a:pPr>
              <a:buNone/>
            </a:pPr>
            <a:r>
              <a:rPr lang="en-IN" dirty="0"/>
              <a:t>"Profile updated successfully!"</a:t>
            </a:r>
          </a:p>
        </p:txBody>
      </p:sp>
    </p:spTree>
    <p:extLst>
      <p:ext uri="{BB962C8B-B14F-4D97-AF65-F5344CB8AC3E}">
        <p14:creationId xmlns:p14="http://schemas.microsoft.com/office/powerpoint/2010/main" val="35613002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BC36F-94D8-D24A-EFD1-4778373CC8C8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Outcome After Day 7</a:t>
            </a:r>
          </a:p>
          <a:p>
            <a:pPr>
              <a:buNone/>
            </a:pPr>
            <a:r>
              <a:rPr lang="en-IN" dirty="0"/>
              <a:t>✔ Students know PUT vs PATCH</a:t>
            </a:r>
            <a:br>
              <a:rPr lang="en-IN" dirty="0"/>
            </a:br>
            <a:r>
              <a:rPr lang="en-IN" dirty="0"/>
              <a:t>✔ UI for editing profile created</a:t>
            </a:r>
            <a:br>
              <a:rPr lang="en-IN" dirty="0"/>
            </a:br>
            <a:r>
              <a:rPr lang="en-IN" dirty="0"/>
              <a:t>✔ Backend update API working</a:t>
            </a:r>
            <a:br>
              <a:rPr lang="en-IN" dirty="0"/>
            </a:br>
            <a:r>
              <a:rPr lang="en-IN" dirty="0"/>
              <a:t>✔ Data updated in database successfully</a:t>
            </a:r>
            <a:br>
              <a:rPr lang="en-IN" dirty="0"/>
            </a:br>
            <a:r>
              <a:rPr lang="en-IN" dirty="0"/>
              <a:t>✔ JWT-secured update flow implemented</a:t>
            </a:r>
            <a:br>
              <a:rPr lang="en-IN" dirty="0"/>
            </a:br>
            <a:r>
              <a:rPr lang="en-IN" dirty="0"/>
              <a:t>✔ Students can modify academic details</a:t>
            </a:r>
          </a:p>
        </p:txBody>
      </p:sp>
    </p:spTree>
    <p:extLst>
      <p:ext uri="{BB962C8B-B14F-4D97-AF65-F5344CB8AC3E}">
        <p14:creationId xmlns:p14="http://schemas.microsoft.com/office/powerpoint/2010/main" val="56897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2170F-C70D-59AD-5F8E-411266B2E12B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8 – Dashboard UI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basic dashboard layout (React components / HTML cards).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profile info.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Placeholder for future job prediction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Task: Students design and style their dashboards.</a:t>
            </a:r>
          </a:p>
        </p:txBody>
      </p:sp>
    </p:spTree>
    <p:extLst>
      <p:ext uri="{BB962C8B-B14F-4D97-AF65-F5344CB8AC3E}">
        <p14:creationId xmlns:p14="http://schemas.microsoft.com/office/powerpoint/2010/main" val="19063731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05C86-3D2E-932B-DB08-40E1C486D7F4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Goal:</a:t>
            </a:r>
            <a:r>
              <a:rPr lang="en-US" dirty="0"/>
              <a:t> Students will build a </a:t>
            </a:r>
            <a:r>
              <a:rPr lang="en-US" b="1" dirty="0"/>
              <a:t>Dashboard UI</a:t>
            </a:r>
            <a:r>
              <a:rPr lang="en-US" dirty="0"/>
              <a:t> that displays profile data and placeholders for prediction history.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6824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7145C-C523-D795-EFB3-753B0885672B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 Dashboard?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Dashboard</a:t>
            </a:r>
            <a:r>
              <a:rPr lang="en-US" dirty="0"/>
              <a:t> is the central page a user sees after logging in.</a:t>
            </a:r>
            <a:br>
              <a:rPr lang="en-US" dirty="0"/>
            </a:br>
            <a:r>
              <a:rPr lang="en-US" dirty="0"/>
              <a:t>It summarizes all important information in a clean and visual format.</a:t>
            </a:r>
          </a:p>
          <a:p>
            <a:pPr>
              <a:buNone/>
            </a:pPr>
            <a:r>
              <a:rPr lang="en-US" b="1" dirty="0"/>
              <a:t>A good Dashboard must:</a:t>
            </a:r>
          </a:p>
          <a:p>
            <a:pPr>
              <a:buNone/>
            </a:pPr>
            <a:r>
              <a:rPr lang="en-US" dirty="0"/>
              <a:t>✔ Look organized</a:t>
            </a:r>
            <a:br>
              <a:rPr lang="en-US" dirty="0"/>
            </a:br>
            <a:r>
              <a:rPr lang="en-US" dirty="0"/>
              <a:t>✔ Show important data clearly</a:t>
            </a:r>
            <a:br>
              <a:rPr lang="en-US" dirty="0"/>
            </a:br>
            <a:r>
              <a:rPr lang="en-US" dirty="0"/>
              <a:t>✔ Have consistent layout</a:t>
            </a:r>
            <a:br>
              <a:rPr lang="en-US" dirty="0"/>
            </a:br>
            <a:r>
              <a:rPr lang="en-US" dirty="0"/>
              <a:t>✔ Be easy to navigate</a:t>
            </a:r>
            <a:br>
              <a:rPr lang="en-US" dirty="0"/>
            </a:br>
            <a:r>
              <a:rPr lang="en-US" dirty="0"/>
              <a:t>✔ Provide placeholders for upcoming modules</a:t>
            </a:r>
          </a:p>
        </p:txBody>
      </p:sp>
    </p:spTree>
    <p:extLst>
      <p:ext uri="{BB962C8B-B14F-4D97-AF65-F5344CB8AC3E}">
        <p14:creationId xmlns:p14="http://schemas.microsoft.com/office/powerpoint/2010/main" val="7565535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19626-E8D1-EF04-40F8-90B89EA82C58}"/>
              </a:ext>
            </a:extLst>
          </p:cNvPr>
          <p:cNvSpPr txBox="1"/>
          <p:nvPr/>
        </p:nvSpPr>
        <p:spPr>
          <a:xfrm>
            <a:off x="1730829" y="-495151"/>
            <a:ext cx="7413171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Dashboard Structure (What to Include)</a:t>
            </a:r>
          </a:p>
          <a:p>
            <a:pPr>
              <a:buNone/>
            </a:pPr>
            <a:r>
              <a:rPr lang="en-US" dirty="0"/>
              <a:t>Your dashboard should have at least </a:t>
            </a:r>
            <a:r>
              <a:rPr lang="en-US" b="1" dirty="0"/>
              <a:t>three major sections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1️⃣ Header / Navbar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"Welcome, Username"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Logout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Logo / App Name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2️⃣ User Profile Section</a:t>
            </a:r>
          </a:p>
          <a:p>
            <a:pPr>
              <a:buNone/>
            </a:pPr>
            <a:r>
              <a:rPr lang="en-US" dirty="0"/>
              <a:t>Display: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(Optional) Google profile picture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3️⃣ Placeholder Sections</a:t>
            </a:r>
          </a:p>
          <a:p>
            <a:pPr>
              <a:buNone/>
            </a:pPr>
            <a:r>
              <a:rPr lang="en-US" dirty="0"/>
              <a:t>These will be completed in upcoming days.</a:t>
            </a:r>
          </a:p>
          <a:p>
            <a:pPr>
              <a:buNone/>
            </a:pPr>
            <a:r>
              <a:rPr lang="en-US" b="1" dirty="0"/>
              <a:t>👉 Future Job 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list of past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 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dates</a:t>
            </a:r>
          </a:p>
          <a:p>
            <a:pPr>
              <a:buNone/>
            </a:pPr>
            <a:r>
              <a:rPr lang="en-US" b="1" dirty="0"/>
              <a:t>👉 Future: Education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Career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Skill gap analysis</a:t>
            </a:r>
          </a:p>
        </p:txBody>
      </p:sp>
    </p:spTree>
    <p:extLst>
      <p:ext uri="{BB962C8B-B14F-4D97-AF65-F5344CB8AC3E}">
        <p14:creationId xmlns:p14="http://schemas.microsoft.com/office/powerpoint/2010/main" val="200985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6E705A-BA76-BF65-2448-A8DE965141F8}"/>
              </a:ext>
            </a:extLst>
          </p:cNvPr>
          <p:cNvSpPr txBox="1"/>
          <p:nvPr/>
        </p:nvSpPr>
        <p:spPr>
          <a:xfrm>
            <a:off x="3048000" y="335846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---------------------------------------------------------</a:t>
            </a:r>
          </a:p>
          <a:p>
            <a:r>
              <a:rPr lang="en-IN" dirty="0"/>
              <a:t>|               USER DASHBOARD                           |</a:t>
            </a:r>
          </a:p>
          <a:p>
            <a:r>
              <a:rPr lang="en-IN" dirty="0"/>
              <a:t>|---------------------------------------------------------|</a:t>
            </a:r>
          </a:p>
          <a:p>
            <a:r>
              <a:rPr lang="en-IN" dirty="0"/>
              <a:t>|  Header                                                |</a:t>
            </a:r>
          </a:p>
          <a:p>
            <a:r>
              <a:rPr lang="en-IN" dirty="0"/>
              <a:t>|  - Logo | Welcome [User Name] | Logout                 |</a:t>
            </a:r>
          </a:p>
          <a:p>
            <a:r>
              <a:rPr lang="en-IN" dirty="0"/>
              <a:t>|---------------------------------------------------------|</a:t>
            </a:r>
          </a:p>
          <a:p>
            <a:endParaRPr lang="en-IN" dirty="0"/>
          </a:p>
          <a:p>
            <a:r>
              <a:rPr lang="en-IN" dirty="0"/>
              <a:t>| Profile Card                                            |</a:t>
            </a:r>
          </a:p>
          <a:p>
            <a:r>
              <a:rPr lang="en-IN" dirty="0"/>
              <a:t>| ------------------------------                          |</a:t>
            </a:r>
          </a:p>
          <a:p>
            <a:r>
              <a:rPr lang="en-IN" dirty="0"/>
              <a:t>| | Name: John Doe            |                          |</a:t>
            </a:r>
          </a:p>
          <a:p>
            <a:r>
              <a:rPr lang="en-IN" dirty="0"/>
              <a:t>| | Email: john@gmail.com     |                          |</a:t>
            </a:r>
          </a:p>
          <a:p>
            <a:r>
              <a:rPr lang="en-IN" dirty="0"/>
              <a:t>| | Degree: </a:t>
            </a:r>
            <a:r>
              <a:rPr lang="en-IN" dirty="0" err="1"/>
              <a:t>B.Tech</a:t>
            </a:r>
            <a:r>
              <a:rPr lang="en-IN" dirty="0"/>
              <a:t>            |                          |</a:t>
            </a:r>
          </a:p>
          <a:p>
            <a:r>
              <a:rPr lang="en-IN" dirty="0"/>
              <a:t>| | CGPA: 8.5                 |                          |</a:t>
            </a:r>
          </a:p>
          <a:p>
            <a:r>
              <a:rPr lang="en-IN" dirty="0"/>
              <a:t>| ------------------------------                          |</a:t>
            </a:r>
          </a:p>
          <a:p>
            <a:endParaRPr lang="en-IN" dirty="0"/>
          </a:p>
          <a:p>
            <a:r>
              <a:rPr lang="en-IN" dirty="0"/>
              <a:t>| Job Prediction History (Placeholder)                   |</a:t>
            </a:r>
          </a:p>
          <a:p>
            <a:r>
              <a:rPr lang="en-IN" dirty="0"/>
              <a:t>| ----------------------------------------------------- |</a:t>
            </a:r>
          </a:p>
          <a:p>
            <a:r>
              <a:rPr lang="en-IN" dirty="0"/>
              <a:t>| | - No predictions yet                               |</a:t>
            </a:r>
          </a:p>
          <a:p>
            <a:r>
              <a:rPr lang="en-IN" dirty="0"/>
              <a:t>| |   (This will be updated on Day 10–12)              |</a:t>
            </a:r>
          </a:p>
          <a:p>
            <a:r>
              <a:rPr lang="en-IN" dirty="0"/>
              <a:t>| ----------------------------------------------------- |</a:t>
            </a:r>
          </a:p>
          <a:p>
            <a:endParaRPr lang="en-IN" dirty="0"/>
          </a:p>
          <a:p>
            <a:r>
              <a:rPr lang="en-IN" dirty="0"/>
              <a:t> 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6702269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CEFED4-8911-A639-E8F3-9FF46A3E6C88}"/>
              </a:ext>
            </a:extLst>
          </p:cNvPr>
          <p:cNvSpPr txBox="1"/>
          <p:nvPr/>
        </p:nvSpPr>
        <p:spPr>
          <a:xfrm>
            <a:off x="1545771" y="-79653"/>
            <a:ext cx="759822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React Version (Recommended Modern Approach)</a:t>
            </a:r>
          </a:p>
          <a:p>
            <a:pPr>
              <a:buNone/>
            </a:pPr>
            <a:r>
              <a:rPr lang="en-IN" b="1" dirty="0"/>
              <a:t>React Component Structure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Dashboard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├── Header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├── </a:t>
            </a:r>
            <a:r>
              <a:rPr lang="en-IN" dirty="0" err="1">
                <a:latin typeface="Courier New" panose="02070309020205020404" pitchFamily="49" charset="0"/>
              </a:rPr>
              <a:t>ProfileCard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└── </a:t>
            </a:r>
            <a:r>
              <a:rPr lang="en-IN" dirty="0" err="1">
                <a:latin typeface="Courier New" panose="02070309020205020404" pitchFamily="49" charset="0"/>
              </a:rPr>
              <a:t>PredictionHistory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1️⃣ </a:t>
            </a:r>
            <a:r>
              <a:rPr lang="en-IN" b="1" dirty="0" err="1"/>
              <a:t>Dashboard.jsx</a:t>
            </a:r>
            <a:endParaRPr lang="en-IN" b="1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React from "react";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Header from "./Header";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</a:t>
            </a:r>
            <a:r>
              <a:rPr lang="en-IN" dirty="0" err="1">
                <a:latin typeface="Courier New" panose="02070309020205020404" pitchFamily="49" charset="0"/>
              </a:rPr>
              <a:t>ProfileCard</a:t>
            </a:r>
            <a:r>
              <a:rPr lang="en-IN" dirty="0">
                <a:latin typeface="Courier New" panose="02070309020205020404" pitchFamily="49" charset="0"/>
              </a:rPr>
              <a:t> from "./</a:t>
            </a:r>
            <a:r>
              <a:rPr lang="en-IN" dirty="0" err="1">
                <a:latin typeface="Courier New" panose="02070309020205020404" pitchFamily="49" charset="0"/>
              </a:rPr>
              <a:t>ProfileCard</a:t>
            </a:r>
            <a:r>
              <a:rPr lang="en-IN" dirty="0">
                <a:latin typeface="Courier New" panose="02070309020205020404" pitchFamily="49" charset="0"/>
              </a:rPr>
              <a:t>";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</a:t>
            </a:r>
            <a:r>
              <a:rPr lang="en-IN" dirty="0" err="1">
                <a:latin typeface="Courier New" panose="02070309020205020404" pitchFamily="49" charset="0"/>
              </a:rPr>
              <a:t>PredictionHistory</a:t>
            </a:r>
            <a:r>
              <a:rPr lang="en-IN" dirty="0">
                <a:latin typeface="Courier New" panose="02070309020205020404" pitchFamily="49" charset="0"/>
              </a:rPr>
              <a:t> from "./</a:t>
            </a:r>
            <a:r>
              <a:rPr lang="en-IN" dirty="0" err="1">
                <a:latin typeface="Courier New" panose="02070309020205020404" pitchFamily="49" charset="0"/>
              </a:rPr>
              <a:t>PredictionHistory</a:t>
            </a:r>
            <a:r>
              <a:rPr lang="en-IN" dirty="0">
                <a:latin typeface="Courier New" panose="02070309020205020404" pitchFamily="49" charset="0"/>
              </a:rPr>
              <a:t>";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export default function Dashboard()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return (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&lt;div </a:t>
            </a:r>
            <a:r>
              <a:rPr lang="en-IN" dirty="0" err="1">
                <a:latin typeface="Courier New" panose="02070309020205020404" pitchFamily="49" charset="0"/>
              </a:rPr>
              <a:t>className</a:t>
            </a:r>
            <a:r>
              <a:rPr lang="en-IN" dirty="0">
                <a:latin typeface="Courier New" panose="02070309020205020404" pitchFamily="49" charset="0"/>
              </a:rPr>
              <a:t>="dashboard-container"&gt;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&lt;Header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&lt;div </a:t>
            </a:r>
            <a:r>
              <a:rPr lang="en-IN" dirty="0" err="1">
                <a:latin typeface="Courier New" panose="02070309020205020404" pitchFamily="49" charset="0"/>
              </a:rPr>
              <a:t>className</a:t>
            </a:r>
            <a:r>
              <a:rPr lang="en-IN" dirty="0">
                <a:latin typeface="Courier New" panose="02070309020205020404" pitchFamily="49" charset="0"/>
              </a:rPr>
              <a:t>="content"&gt;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&lt;</a:t>
            </a:r>
            <a:r>
              <a:rPr lang="en-IN" dirty="0" err="1">
                <a:latin typeface="Courier New" panose="02070309020205020404" pitchFamily="49" charset="0"/>
              </a:rPr>
              <a:t>ProfileCard</a:t>
            </a:r>
            <a:r>
              <a:rPr lang="en-IN" dirty="0">
                <a:latin typeface="Courier New" panose="02070309020205020404" pitchFamily="49" charset="0"/>
              </a:rPr>
              <a:t>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&lt;</a:t>
            </a:r>
            <a:r>
              <a:rPr lang="en-IN" dirty="0" err="1">
                <a:latin typeface="Courier New" panose="02070309020205020404" pitchFamily="49" charset="0"/>
              </a:rPr>
              <a:t>PredictionHistory</a:t>
            </a:r>
            <a:r>
              <a:rPr lang="en-IN" dirty="0">
                <a:latin typeface="Courier New" panose="02070309020205020404" pitchFamily="49" charset="0"/>
              </a:rPr>
              <a:t> /&gt;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&lt;/div&gt;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&lt;/div&gt;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34805870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64B59-3CFC-BE88-522B-9CB1F38EB30B}"/>
              </a:ext>
            </a:extLst>
          </p:cNvPr>
          <p:cNvSpPr txBox="1"/>
          <p:nvPr/>
        </p:nvSpPr>
        <p:spPr>
          <a:xfrm>
            <a:off x="1436914" y="-772150"/>
            <a:ext cx="7707086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TASKS (Day 8)</a:t>
            </a:r>
          </a:p>
          <a:p>
            <a:pPr>
              <a:buNone/>
            </a:pPr>
            <a:r>
              <a:rPr lang="en-IN" b="1" dirty="0"/>
              <a:t>✔ Task 1 — Create Dashboard Layout</a:t>
            </a:r>
          </a:p>
          <a:p>
            <a:pPr>
              <a:buNone/>
            </a:pPr>
            <a:r>
              <a:rPr lang="en-IN" dirty="0"/>
              <a:t>Must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History placeholder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✔ Task 2 — Apply CSS Styling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 spacing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Rounded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Consistent fonts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</a:t>
            </a:r>
            <a:r>
              <a:rPr lang="en-IN" dirty="0" err="1"/>
              <a:t>color</a:t>
            </a:r>
            <a:r>
              <a:rPr lang="en-IN" dirty="0"/>
              <a:t> theme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✔ Task 3 — Fetch Profile Data Dynamically</a:t>
            </a:r>
          </a:p>
          <a:p>
            <a:pPr>
              <a:buNone/>
            </a:pPr>
            <a:r>
              <a:rPr lang="en-IN" dirty="0"/>
              <a:t>Using: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 /user/profile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✔ Task 4 — Add Responsive Design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flex/grid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Make cards adjust on smaller screens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✔ Task 5 (Optional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profile picture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sidebar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animated transitions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Google account picture if logged in via Google</a:t>
            </a:r>
          </a:p>
        </p:txBody>
      </p:sp>
    </p:spTree>
    <p:extLst>
      <p:ext uri="{BB962C8B-B14F-4D97-AF65-F5344CB8AC3E}">
        <p14:creationId xmlns:p14="http://schemas.microsoft.com/office/powerpoint/2010/main" val="40988350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58E50-5BF2-BD1E-5DA2-C049495FE43C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Output After Day 8</a:t>
            </a:r>
          </a:p>
          <a:p>
            <a:pPr>
              <a:buNone/>
            </a:pPr>
            <a:r>
              <a:rPr lang="en-IN" dirty="0"/>
              <a:t>✔ Students build a clean dashboard UI</a:t>
            </a:r>
            <a:br>
              <a:rPr lang="en-IN" dirty="0"/>
            </a:br>
            <a:r>
              <a:rPr lang="en-IN" dirty="0"/>
              <a:t>✔ Profile card displays user info</a:t>
            </a:r>
            <a:br>
              <a:rPr lang="en-IN" dirty="0"/>
            </a:br>
            <a:r>
              <a:rPr lang="en-IN" dirty="0"/>
              <a:t>✔ Placeholder card ready for prediction history</a:t>
            </a:r>
            <a:br>
              <a:rPr lang="en-IN" dirty="0"/>
            </a:br>
            <a:r>
              <a:rPr lang="en-IN" dirty="0"/>
              <a:t>✔ Dashboard layout works across devices</a:t>
            </a:r>
            <a:br>
              <a:rPr lang="en-IN" dirty="0"/>
            </a:br>
            <a:r>
              <a:rPr lang="en-IN" dirty="0"/>
              <a:t>✔ Students understand component-based UI design</a:t>
            </a:r>
          </a:p>
        </p:txBody>
      </p:sp>
    </p:spTree>
    <p:extLst>
      <p:ext uri="{BB962C8B-B14F-4D97-AF65-F5344CB8AC3E}">
        <p14:creationId xmlns:p14="http://schemas.microsoft.com/office/powerpoint/2010/main" val="8127736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15C67-4453-272E-E122-A3AC3F04B103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9 – Testing &amp;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Discuss </a:t>
            </a:r>
            <a:r>
              <a:rPr lang="en-IN" b="1" dirty="0"/>
              <a:t>input validation</a:t>
            </a:r>
            <a:r>
              <a:rPr lang="en-IN" dirty="0"/>
              <a:t>, </a:t>
            </a:r>
            <a:r>
              <a:rPr lang="en-IN" b="1" dirty="0"/>
              <a:t>password hashing (</a:t>
            </a:r>
            <a:r>
              <a:rPr lang="en-IN" b="1" dirty="0" err="1"/>
              <a:t>bcrypt</a:t>
            </a:r>
            <a:r>
              <a:rPr lang="en-IN" b="1" dirty="0"/>
              <a:t>)</a:t>
            </a:r>
            <a:r>
              <a:rPr lang="en-IN" dirty="0"/>
              <a:t>, and error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full flow: Register → Login → Profile → Edit → Logout.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Task: Debug and secure API endpoints (check JWT before access).</a:t>
            </a:r>
          </a:p>
        </p:txBody>
      </p:sp>
    </p:spTree>
    <p:extLst>
      <p:ext uri="{BB962C8B-B14F-4D97-AF65-F5344CB8AC3E}">
        <p14:creationId xmlns:p14="http://schemas.microsoft.com/office/powerpoint/2010/main" val="145909305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B7223-2C67-2CA5-DB56-5A1D0FD906F2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Goal: Strengthen application reliability by adding security + validations + error handling, and test the entire user flow end-to-end.</a:t>
            </a:r>
          </a:p>
        </p:txBody>
      </p:sp>
    </p:spTree>
    <p:extLst>
      <p:ext uri="{BB962C8B-B14F-4D97-AF65-F5344CB8AC3E}">
        <p14:creationId xmlns:p14="http://schemas.microsoft.com/office/powerpoint/2010/main" val="179448544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5C81F-D21D-9868-9EC0-4A7DB07B5649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Testing &amp; Security Matter</a:t>
            </a:r>
          </a:p>
          <a:p>
            <a:pPr>
              <a:buNone/>
            </a:pPr>
            <a:r>
              <a:rPr lang="en-US" dirty="0"/>
              <a:t>Building features is not enough.</a:t>
            </a:r>
            <a:br>
              <a:rPr lang="en-US" dirty="0"/>
            </a:br>
            <a:r>
              <a:rPr lang="en-US" dirty="0"/>
              <a:t>A good application must be:</a:t>
            </a:r>
          </a:p>
          <a:p>
            <a:pPr>
              <a:buNone/>
            </a:pPr>
            <a:r>
              <a:rPr lang="en-US" dirty="0"/>
              <a:t>✔ Safe</a:t>
            </a:r>
            <a:br>
              <a:rPr lang="en-US" dirty="0"/>
            </a:br>
            <a:r>
              <a:rPr lang="en-US" dirty="0"/>
              <a:t>✔ Error-free</a:t>
            </a:r>
            <a:br>
              <a:rPr lang="en-US" dirty="0"/>
            </a:br>
            <a:r>
              <a:rPr lang="en-US" dirty="0"/>
              <a:t>✔ Validated</a:t>
            </a:r>
            <a:br>
              <a:rPr lang="en-US" dirty="0"/>
            </a:br>
            <a:r>
              <a:rPr lang="en-US" dirty="0"/>
              <a:t>✔ Protected from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19119306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4D94C-915E-487A-B538-2A372BD9DB77}"/>
              </a:ext>
            </a:extLst>
          </p:cNvPr>
          <p:cNvSpPr txBox="1"/>
          <p:nvPr/>
        </p:nvSpPr>
        <p:spPr>
          <a:xfrm>
            <a:off x="3048000" y="11668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 VALIDATION</a:t>
            </a:r>
          </a:p>
          <a:p>
            <a:pPr>
              <a:buNone/>
            </a:pPr>
            <a:r>
              <a:rPr lang="en-IN" b="1" dirty="0"/>
              <a:t>What is Input Validation?</a:t>
            </a:r>
          </a:p>
          <a:p>
            <a:pPr>
              <a:buNone/>
            </a:pPr>
            <a:r>
              <a:rPr lang="en-IN" dirty="0"/>
              <a:t>Validating user inputs before saving to the database.</a:t>
            </a:r>
          </a:p>
          <a:p>
            <a:pPr>
              <a:buNone/>
            </a:pPr>
            <a:r>
              <a:rPr lang="en-IN" b="1" dirty="0"/>
              <a:t>Why?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broken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Avoids SQL/NoSQL injection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empty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Ensures clean data for ML model</a:t>
            </a:r>
          </a:p>
          <a:p>
            <a:pPr>
              <a:buNone/>
            </a:pPr>
            <a:r>
              <a:rPr lang="en-IN" b="1" dirty="0"/>
              <a:t>Examples</a:t>
            </a:r>
          </a:p>
          <a:p>
            <a:pPr>
              <a:buNone/>
            </a:pPr>
            <a:r>
              <a:rPr lang="en-IN" b="1" dirty="0"/>
              <a:t>1️⃣ Frontend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Password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 between 0 and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 not empty</a:t>
            </a:r>
          </a:p>
          <a:p>
            <a:pPr>
              <a:buNone/>
            </a:pPr>
            <a:r>
              <a:rPr lang="en-IN" b="1" dirty="0"/>
              <a:t>2️⃣ Backend Validation</a:t>
            </a:r>
          </a:p>
          <a:p>
            <a:pPr>
              <a:buNone/>
            </a:pPr>
            <a:r>
              <a:rPr lang="en-IN" dirty="0"/>
              <a:t>Always validate again on server:</a:t>
            </a:r>
          </a:p>
        </p:txBody>
      </p:sp>
    </p:spTree>
    <p:extLst>
      <p:ext uri="{BB962C8B-B14F-4D97-AF65-F5344CB8AC3E}">
        <p14:creationId xmlns:p14="http://schemas.microsoft.com/office/powerpoint/2010/main" val="290403912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5F7702-E145-3E27-8572-ACA264DF0CD5}"/>
              </a:ext>
            </a:extLst>
          </p:cNvPr>
          <p:cNvSpPr txBox="1"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PASSWORD HASHING (</a:t>
            </a:r>
            <a:r>
              <a:rPr lang="en-IN" b="1" dirty="0" err="1"/>
              <a:t>bcrypt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b="1" dirty="0"/>
              <a:t>❌ Never store plain passwords</a:t>
            </a:r>
          </a:p>
          <a:p>
            <a:pPr>
              <a:buNone/>
            </a:pPr>
            <a:r>
              <a:rPr lang="en-IN" dirty="0"/>
              <a:t>Example of insecure storage: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password: "12345"</a:t>
            </a:r>
          </a:p>
          <a:p>
            <a:pPr>
              <a:buNone/>
            </a:pPr>
            <a:r>
              <a:rPr lang="en-IN" b="1" dirty="0"/>
              <a:t>✔ Use Hashing (</a:t>
            </a:r>
            <a:r>
              <a:rPr lang="en-IN" b="1" dirty="0" err="1"/>
              <a:t>bcrypt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Hashing = one-way irreversible encryption.</a:t>
            </a:r>
          </a:p>
          <a:p>
            <a:pPr>
              <a:buNone/>
            </a:pPr>
            <a:r>
              <a:rPr lang="en-IN" b="1" dirty="0"/>
              <a:t>Install </a:t>
            </a:r>
            <a:r>
              <a:rPr lang="en-IN" b="1" dirty="0" err="1"/>
              <a:t>bcrypt</a:t>
            </a:r>
            <a:endParaRPr lang="en-IN" b="1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pip install </a:t>
            </a:r>
            <a:r>
              <a:rPr lang="en-IN" dirty="0" err="1">
                <a:latin typeface="Courier New" panose="02070309020205020404" pitchFamily="49" charset="0"/>
              </a:rPr>
              <a:t>bcrypt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Sample 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import </a:t>
            </a:r>
            <a:r>
              <a:rPr lang="en-IN" dirty="0" err="1">
                <a:latin typeface="Courier New" panose="02070309020205020404" pitchFamily="49" charset="0"/>
              </a:rPr>
              <a:t>bcrypt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password = data["password"].encode("utf-8")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hashed = </a:t>
            </a:r>
            <a:r>
              <a:rPr lang="en-IN" dirty="0" err="1">
                <a:latin typeface="Courier New" panose="02070309020205020404" pitchFamily="49" charset="0"/>
              </a:rPr>
              <a:t>bcrypt.hashpw</a:t>
            </a:r>
            <a:r>
              <a:rPr lang="en-IN" dirty="0">
                <a:latin typeface="Courier New" panose="02070309020205020404" pitchFamily="49" charset="0"/>
              </a:rPr>
              <a:t>(password, </a:t>
            </a:r>
            <a:r>
              <a:rPr lang="en-IN" dirty="0" err="1">
                <a:latin typeface="Courier New" panose="02070309020205020404" pitchFamily="49" charset="0"/>
              </a:rPr>
              <a:t>bcrypt.gensalt</a:t>
            </a:r>
            <a:r>
              <a:rPr lang="en-IN" dirty="0">
                <a:latin typeface="Courier New" panose="02070309020205020404" pitchFamily="49" charset="0"/>
              </a:rPr>
              <a:t>())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# Save hashed password in DB</a:t>
            </a:r>
          </a:p>
          <a:p>
            <a:pPr>
              <a:buNone/>
            </a:pPr>
            <a:r>
              <a:rPr lang="en-IN" b="1" dirty="0"/>
              <a:t>Checking password during login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if </a:t>
            </a:r>
            <a:r>
              <a:rPr lang="en-IN" dirty="0" err="1">
                <a:latin typeface="Courier New" panose="02070309020205020404" pitchFamily="49" charset="0"/>
              </a:rPr>
              <a:t>bcrypt.checkpw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input_password.encode</a:t>
            </a:r>
            <a:r>
              <a:rPr lang="en-IN" dirty="0">
                <a:latin typeface="Courier New" panose="02070309020205020404" pitchFamily="49" charset="0"/>
              </a:rPr>
              <a:t>("utf-8"), </a:t>
            </a:r>
            <a:r>
              <a:rPr lang="en-IN" dirty="0" err="1">
                <a:latin typeface="Courier New" panose="02070309020205020404" pitchFamily="49" charset="0"/>
              </a:rPr>
              <a:t>stored_hash</a:t>
            </a:r>
            <a:r>
              <a:rPr lang="en-IN" dirty="0"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# Password correct</a:t>
            </a:r>
          </a:p>
        </p:txBody>
      </p:sp>
    </p:spTree>
    <p:extLst>
      <p:ext uri="{BB962C8B-B14F-4D97-AF65-F5344CB8AC3E}">
        <p14:creationId xmlns:p14="http://schemas.microsoft.com/office/powerpoint/2010/main" val="4348038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3EA30-A931-2B5C-B1B6-57FADD1C3A41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ERROR HANDLING (Backend)</a:t>
            </a:r>
          </a:p>
          <a:p>
            <a:pPr>
              <a:buNone/>
            </a:pPr>
            <a:r>
              <a:rPr lang="en-US" b="1" dirty="0"/>
              <a:t>Why it matters: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app crashes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user-friendly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debugging easier</a:t>
            </a:r>
          </a:p>
        </p:txBody>
      </p:sp>
    </p:spTree>
    <p:extLst>
      <p:ext uri="{BB962C8B-B14F-4D97-AF65-F5344CB8AC3E}">
        <p14:creationId xmlns:p14="http://schemas.microsoft.com/office/powerpoint/2010/main" val="28663023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D82277-0340-CA9F-3062-FE3BF0BB9F3F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Good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400 → Invalid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401 → Unauthorized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404 → Not found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500 → Internal error</a:t>
            </a:r>
          </a:p>
        </p:txBody>
      </p:sp>
    </p:spTree>
    <p:extLst>
      <p:ext uri="{BB962C8B-B14F-4D97-AF65-F5344CB8AC3E}">
        <p14:creationId xmlns:p14="http://schemas.microsoft.com/office/powerpoint/2010/main" val="56959312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E367EB-6F1A-1DD0-3587-003BF12681E2}"/>
              </a:ext>
            </a:extLst>
          </p:cNvPr>
          <p:cNvSpPr txBox="1"/>
          <p:nvPr/>
        </p:nvSpPr>
        <p:spPr>
          <a:xfrm>
            <a:off x="30480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END-TO-END TESTING FLOW</a:t>
            </a:r>
          </a:p>
          <a:p>
            <a:pPr>
              <a:buNone/>
            </a:pPr>
            <a:r>
              <a:rPr lang="en-IN" dirty="0"/>
              <a:t>Students must test entire application flow:</a:t>
            </a:r>
          </a:p>
          <a:p>
            <a:pPr>
              <a:buNone/>
            </a:pPr>
            <a:r>
              <a:rPr lang="en-IN" b="1" dirty="0"/>
              <a:t>✔ Step 1: 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Verify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that password is hashed in DB</a:t>
            </a:r>
          </a:p>
          <a:p>
            <a:pPr>
              <a:buNone/>
            </a:pPr>
            <a:r>
              <a:rPr lang="en-IN" b="1" dirty="0"/>
              <a:t>✔ Step 2: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Correct password → success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Incorrect → show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 saved in </a:t>
            </a:r>
            <a:r>
              <a:rPr lang="en-IN" dirty="0" err="1"/>
              <a:t>localStorage</a:t>
            </a:r>
            <a:endParaRPr lang="en-IN" dirty="0"/>
          </a:p>
          <a:p>
            <a:pPr>
              <a:buNone/>
            </a:pPr>
            <a:r>
              <a:rPr lang="en-IN" b="1" dirty="0"/>
              <a:t>✔ Step 3: Dashboard →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correct user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token → redirect to login</a:t>
            </a:r>
          </a:p>
          <a:p>
            <a:pPr>
              <a:buNone/>
            </a:pPr>
            <a:r>
              <a:rPr lang="en-IN" b="1" dirty="0"/>
              <a:t>✔ Step 4: Edit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Update degree/specialization/CGPA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field validations</a:t>
            </a:r>
          </a:p>
          <a:p>
            <a:pPr>
              <a:buNone/>
            </a:pPr>
            <a:r>
              <a:rPr lang="en-IN" b="1" dirty="0"/>
              <a:t>✔ Step 5: Logout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Clear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Redirect to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Try opening dashboard again → should be blocked</a:t>
            </a:r>
          </a:p>
        </p:txBody>
      </p:sp>
    </p:spTree>
    <p:extLst>
      <p:ext uri="{BB962C8B-B14F-4D97-AF65-F5344CB8AC3E}">
        <p14:creationId xmlns:p14="http://schemas.microsoft.com/office/powerpoint/2010/main" val="23698151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6A9454-8BDE-2614-3912-0194FC062657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TEST CASES FOR STUDENTS</a:t>
            </a:r>
          </a:p>
          <a:p>
            <a:pPr>
              <a:buNone/>
            </a:pPr>
            <a:r>
              <a:rPr lang="en-IN" b="1" dirty="0"/>
              <a:t>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Empty email →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Short password →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Duplicate email →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password is </a:t>
            </a:r>
            <a:r>
              <a:rPr lang="en-IN" b="1" dirty="0"/>
              <a:t>not stored as plain text</a:t>
            </a:r>
            <a:endParaRPr lang="en-IN" dirty="0"/>
          </a:p>
          <a:p>
            <a:pPr>
              <a:buNone/>
            </a:pPr>
            <a:r>
              <a:rPr lang="en-IN" b="1" dirty="0"/>
              <a:t>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Wrong password →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Correct login → returns JWT</a:t>
            </a:r>
          </a:p>
          <a:p>
            <a:pPr>
              <a:buNone/>
            </a:pPr>
            <a:r>
              <a:rPr lang="en-IN" b="1" dirty="0"/>
              <a:t>Protected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Access profile </a:t>
            </a:r>
            <a:r>
              <a:rPr lang="en-IN" b="1" dirty="0"/>
              <a:t>without token</a:t>
            </a:r>
            <a:r>
              <a:rPr lang="en-IN" dirty="0"/>
              <a:t> → should return 401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Access with wrong token → should return 401</a:t>
            </a:r>
          </a:p>
          <a:p>
            <a:pPr>
              <a:buNone/>
            </a:pPr>
            <a:r>
              <a:rPr lang="en-IN" b="1" dirty="0"/>
              <a:t>Profile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Invalid CGPA →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Blank degree → error</a:t>
            </a:r>
          </a:p>
          <a:p>
            <a:pPr>
              <a:buNone/>
            </a:pPr>
            <a:r>
              <a:rPr lang="en-IN" b="1" dirty="0"/>
              <a:t>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Try modifying another user’s data → should fail</a:t>
            </a:r>
          </a:p>
        </p:txBody>
      </p:sp>
    </p:spTree>
    <p:extLst>
      <p:ext uri="{BB962C8B-B14F-4D97-AF65-F5344CB8AC3E}">
        <p14:creationId xmlns:p14="http://schemas.microsoft.com/office/powerpoint/2010/main" val="339929736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FB96F1-037C-D676-42AF-9F79E3BD8C56}"/>
              </a:ext>
            </a:extLst>
          </p:cNvPr>
          <p:cNvSpPr txBox="1"/>
          <p:nvPr/>
        </p:nvSpPr>
        <p:spPr>
          <a:xfrm>
            <a:off x="1055914" y="-1187648"/>
            <a:ext cx="8088086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TASKS (Day 9)</a:t>
            </a:r>
          </a:p>
          <a:p>
            <a:pPr>
              <a:buNone/>
            </a:pPr>
            <a:r>
              <a:rPr lang="en-IN" b="1" dirty="0"/>
              <a:t>🔹 Task 1 — Add input validation (frontend + backend)</a:t>
            </a:r>
          </a:p>
          <a:p>
            <a:pPr>
              <a:buNone/>
            </a:pPr>
            <a:r>
              <a:rPr lang="en-IN" dirty="0"/>
              <a:t>Validate: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Password (min length)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2 — Secure all login/registration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Hash passwords using </a:t>
            </a:r>
            <a:r>
              <a:rPr lang="en-IN" dirty="0" err="1"/>
              <a:t>bcrypt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 login credentials properly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3 — Add JWT protection to sensitive APIs</a:t>
            </a:r>
          </a:p>
          <a:p>
            <a:pPr>
              <a:buNone/>
            </a:pPr>
            <a:r>
              <a:rPr lang="en-IN" dirty="0"/>
              <a:t>Protect: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/user/profile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/user/update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dashboard routes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4 — Perform full flow testing</a:t>
            </a:r>
          </a:p>
          <a:p>
            <a:pPr>
              <a:buNone/>
            </a:pPr>
            <a:r>
              <a:rPr lang="en-IN" dirty="0"/>
              <a:t>Register → Login → View Dashboard → Edit Profile → Logout → Test protection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🔹 Task 5 (Optional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rate limiting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error logging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loading/spinner during API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logout timer</a:t>
            </a:r>
          </a:p>
        </p:txBody>
      </p:sp>
    </p:spTree>
    <p:extLst>
      <p:ext uri="{BB962C8B-B14F-4D97-AF65-F5344CB8AC3E}">
        <p14:creationId xmlns:p14="http://schemas.microsoft.com/office/powerpoint/2010/main" val="21171038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670E8-6BB8-BBB0-59D4-FDF7CCDC6CEF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Output After Day 9</a:t>
            </a:r>
          </a:p>
          <a:p>
            <a:pPr>
              <a:buNone/>
            </a:pPr>
            <a:r>
              <a:rPr lang="en-IN" dirty="0"/>
              <a:t>✔ Strong input validation</a:t>
            </a:r>
            <a:br>
              <a:rPr lang="en-IN" dirty="0"/>
            </a:br>
            <a:r>
              <a:rPr lang="en-IN" dirty="0"/>
              <a:t>✔ Safe password hashing</a:t>
            </a:r>
            <a:br>
              <a:rPr lang="en-IN" dirty="0"/>
            </a:br>
            <a:r>
              <a:rPr lang="en-IN" dirty="0"/>
              <a:t>✔ Working error-handling flow</a:t>
            </a:r>
            <a:br>
              <a:rPr lang="en-IN" dirty="0"/>
            </a:br>
            <a:r>
              <a:rPr lang="en-IN" dirty="0"/>
              <a:t>✔ Protected APIs using JWT</a:t>
            </a:r>
            <a:br>
              <a:rPr lang="en-IN" dirty="0"/>
            </a:br>
            <a:r>
              <a:rPr lang="en-IN" dirty="0"/>
              <a:t>✔ Full app flow tested end-to-end</a:t>
            </a:r>
            <a:br>
              <a:rPr lang="en-IN" dirty="0"/>
            </a:br>
            <a:r>
              <a:rPr lang="en-IN" dirty="0"/>
              <a:t>✔ Students debug major issues</a:t>
            </a:r>
            <a:br>
              <a:rPr lang="en-IN" dirty="0"/>
            </a:br>
            <a:r>
              <a:rPr lang="en-IN" dirty="0"/>
              <a:t>✔ App becomes production-ready in terms of security basics</a:t>
            </a:r>
          </a:p>
        </p:txBody>
      </p:sp>
    </p:spTree>
    <p:extLst>
      <p:ext uri="{BB962C8B-B14F-4D97-AF65-F5344CB8AC3E}">
        <p14:creationId xmlns:p14="http://schemas.microsoft.com/office/powerpoint/2010/main" val="25781279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9C028-F5E0-2C47-221E-4E15ABEE53B9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10 – Review &amp;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Recap what was learned: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JWT &amp; OAuth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CRUD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Profile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short demo or mini-presentation by each student.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 feedback and note areas to improve before Milestone 2.</a:t>
            </a:r>
          </a:p>
        </p:txBody>
      </p:sp>
    </p:spTree>
    <p:extLst>
      <p:ext uri="{BB962C8B-B14F-4D97-AF65-F5344CB8AC3E}">
        <p14:creationId xmlns:p14="http://schemas.microsoft.com/office/powerpoint/2010/main" val="392523065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66F74-1172-3A18-F3FD-81B2BBC00610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RECAP OF WHAT STUDENTS HAVE LEARNED</a:t>
            </a:r>
          </a:p>
          <a:p>
            <a:pPr>
              <a:buNone/>
            </a:pPr>
            <a:r>
              <a:rPr lang="en-IN" b="1" dirty="0"/>
              <a:t>1️⃣ Authentication &amp;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JWT authentication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OAuth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 storage (</a:t>
            </a:r>
            <a:r>
              <a:rPr lang="en-IN" dirty="0" err="1"/>
              <a:t>localStorage</a:t>
            </a:r>
            <a:r>
              <a:rPr lang="en-IN" dirty="0"/>
              <a:t>/</a:t>
            </a:r>
            <a:r>
              <a:rPr lang="en-IN" dirty="0" err="1"/>
              <a:t>sessionStorage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Securing API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Authentication middleware logic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2️⃣ CRUD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POST → Signup /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GET → Fetch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PATCH / PUT → Update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DELETE (optional) → Remove history</a:t>
            </a:r>
          </a:p>
        </p:txBody>
      </p:sp>
    </p:spTree>
    <p:extLst>
      <p:ext uri="{BB962C8B-B14F-4D97-AF65-F5344CB8AC3E}">
        <p14:creationId xmlns:p14="http://schemas.microsoft.com/office/powerpoint/2010/main" val="25148125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F2EA19-064F-4953-080F-BBFFC1807FFB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Profile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Fetch user profile using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Edit &amp; update academic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UI form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updates to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updated info on dashboard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4️⃣ Dashboard UI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Component-based UI (React) or HTML template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Prediction history placeholder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Styled cards, layouts, and structure</a:t>
            </a:r>
          </a:p>
        </p:txBody>
      </p:sp>
    </p:spTree>
    <p:extLst>
      <p:ext uri="{BB962C8B-B14F-4D97-AF65-F5344CB8AC3E}">
        <p14:creationId xmlns:p14="http://schemas.microsoft.com/office/powerpoint/2010/main" val="428500779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1086BB-CC46-9A93-93E8-99251E1E6ADA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Quick Recap Session</a:t>
            </a:r>
          </a:p>
          <a:p>
            <a:pPr>
              <a:buNone/>
            </a:pPr>
            <a:r>
              <a:rPr lang="en-IN" dirty="0"/>
              <a:t>Explain: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JWT flow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OAuth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PATCH vs 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Dashboard → Profile → Edit → Logout cycle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Why validation &amp; hashing matter</a:t>
            </a:r>
          </a:p>
        </p:txBody>
      </p:sp>
    </p:spTree>
    <p:extLst>
      <p:ext uri="{BB962C8B-B14F-4D97-AF65-F5344CB8AC3E}">
        <p14:creationId xmlns:p14="http://schemas.microsoft.com/office/powerpoint/2010/main" val="29909709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669BF3-8E04-1B55-FE46-6E6B8F28EF01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Demo / Mini Presentation</a:t>
            </a:r>
          </a:p>
          <a:p>
            <a:pPr>
              <a:buNone/>
            </a:pPr>
            <a:r>
              <a:rPr lang="en-IN" dirty="0"/>
              <a:t>Each student shows:</a:t>
            </a:r>
          </a:p>
          <a:p>
            <a:pPr>
              <a:buNone/>
            </a:pPr>
            <a:r>
              <a:rPr lang="en-IN" b="1" dirty="0"/>
              <a:t>Their Application Flow</a:t>
            </a:r>
          </a:p>
          <a:p>
            <a:pPr>
              <a:buNone/>
            </a:pPr>
            <a:r>
              <a:rPr lang="en-IN" dirty="0"/>
              <a:t>✔ Register</a:t>
            </a:r>
            <a:br>
              <a:rPr lang="en-IN" dirty="0"/>
            </a:br>
            <a:r>
              <a:rPr lang="en-IN" dirty="0"/>
              <a:t>✔ Login (Email or Google OAuth)</a:t>
            </a:r>
            <a:br>
              <a:rPr lang="en-IN" dirty="0"/>
            </a:br>
            <a:r>
              <a:rPr lang="en-IN" dirty="0"/>
              <a:t>✔ Dashboard UI</a:t>
            </a:r>
            <a:br>
              <a:rPr lang="en-IN" dirty="0"/>
            </a:br>
            <a:r>
              <a:rPr lang="en-IN" dirty="0"/>
              <a:t>✔ Profile page</a:t>
            </a:r>
            <a:br>
              <a:rPr lang="en-IN" dirty="0"/>
            </a:br>
            <a:r>
              <a:rPr lang="en-IN" dirty="0"/>
              <a:t>✔ Editing academic data</a:t>
            </a:r>
            <a:br>
              <a:rPr lang="en-IN" dirty="0"/>
            </a:br>
            <a:r>
              <a:rPr lang="en-IN" dirty="0"/>
              <a:t>✔ Logout</a:t>
            </a:r>
          </a:p>
        </p:txBody>
      </p:sp>
    </p:spTree>
    <p:extLst>
      <p:ext uri="{BB962C8B-B14F-4D97-AF65-F5344CB8AC3E}">
        <p14:creationId xmlns:p14="http://schemas.microsoft.com/office/powerpoint/2010/main" val="264491670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8435D-5859-9A7A-3826-C186FD51CEF3}"/>
              </a:ext>
            </a:extLst>
          </p:cNvPr>
          <p:cNvSpPr txBox="1"/>
          <p:nvPr/>
        </p:nvSpPr>
        <p:spPr>
          <a:xfrm>
            <a:off x="3048000" y="335846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Evaluation Checklist (Mentor Observes)</a:t>
            </a:r>
          </a:p>
          <a:p>
            <a:pPr>
              <a:buNone/>
            </a:pPr>
            <a:r>
              <a:rPr lang="en-IN" dirty="0"/>
              <a:t>Use this to evaluate each student's work.</a:t>
            </a:r>
          </a:p>
          <a:p>
            <a:pPr>
              <a:buNone/>
            </a:pPr>
            <a:r>
              <a:rPr lang="en-IN" b="1" dirty="0"/>
              <a:t>🔹 Authentication &amp;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JWT generated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Token stored safely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Protected routes check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OAuth functional</a:t>
            </a:r>
          </a:p>
          <a:p>
            <a:pPr>
              <a:buNone/>
            </a:pPr>
            <a:r>
              <a:rPr lang="en-IN" b="1" dirty="0"/>
              <a:t>🔹 API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Signup API works end-to-end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Login API matches hashed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fetched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Edit profile updates DB</a:t>
            </a:r>
          </a:p>
          <a:p>
            <a:pPr>
              <a:buNone/>
            </a:pPr>
            <a:r>
              <a:rPr lang="en-IN" b="1" dirty="0"/>
              <a:t>🔹 UI/UX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 dashboard layout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Profile section readable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Organized components/cards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Basic styling applied</a:t>
            </a:r>
          </a:p>
          <a:p>
            <a:pPr>
              <a:buNone/>
            </a:pPr>
            <a:r>
              <a:rPr lang="en-IN" b="1" dirty="0"/>
              <a:t>🔹 Code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hard-coded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Clear naming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errors handled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Validation checks present</a:t>
            </a:r>
          </a:p>
        </p:txBody>
      </p:sp>
    </p:spTree>
    <p:extLst>
      <p:ext uri="{BB962C8B-B14F-4D97-AF65-F5344CB8AC3E}">
        <p14:creationId xmlns:p14="http://schemas.microsoft.com/office/powerpoint/2010/main" val="166940983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330B6C-49C6-BD85-1D04-E0CB960D8CBA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Expected Outcome After Day 10</a:t>
            </a:r>
          </a:p>
          <a:p>
            <a:pPr>
              <a:buNone/>
            </a:pPr>
            <a:r>
              <a:rPr lang="en-US" dirty="0"/>
              <a:t>By end of the session, students should have:</a:t>
            </a:r>
          </a:p>
          <a:p>
            <a:pPr>
              <a:buNone/>
            </a:pPr>
            <a:r>
              <a:rPr lang="en-US" dirty="0"/>
              <a:t>✔ Working Register → Login → Dashboard → Profile → Edit → Logout flow</a:t>
            </a:r>
            <a:br>
              <a:rPr lang="en-US" dirty="0"/>
            </a:br>
            <a:r>
              <a:rPr lang="en-US" dirty="0"/>
              <a:t>✔ Functional Google OAuth</a:t>
            </a:r>
            <a:br>
              <a:rPr lang="en-US" dirty="0"/>
            </a:br>
            <a:r>
              <a:rPr lang="en-US" dirty="0"/>
              <a:t>✔ Fully tested and secure CRUD APIs</a:t>
            </a:r>
            <a:br>
              <a:rPr lang="en-US" dirty="0"/>
            </a:br>
            <a:r>
              <a:rPr lang="en-US" dirty="0"/>
              <a:t>✔ Clean UI and working dashboard</a:t>
            </a:r>
            <a:br>
              <a:rPr lang="en-US" dirty="0"/>
            </a:br>
            <a:r>
              <a:rPr lang="en-US" dirty="0"/>
              <a:t>✔ Ready-to-present week 2 project</a:t>
            </a:r>
            <a:br>
              <a:rPr lang="en-US" dirty="0"/>
            </a:br>
            <a:r>
              <a:rPr lang="en-US" dirty="0"/>
              <a:t>✔ Clear understanding of improvements needed before Milestone submission</a:t>
            </a:r>
          </a:p>
        </p:txBody>
      </p:sp>
    </p:spTree>
    <p:extLst>
      <p:ext uri="{BB962C8B-B14F-4D97-AF65-F5344CB8AC3E}">
        <p14:creationId xmlns:p14="http://schemas.microsoft.com/office/powerpoint/2010/main" val="42683542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B16B7-AF23-B37D-A5C6-A66F1CAD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1761892"/>
            <a:ext cx="564911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4076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B12AD-8C0B-1234-681D-4474FF413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4" y="0"/>
            <a:ext cx="12062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580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F4002C-38FD-9573-0FA3-47ACB7A3A0BB}"/>
              </a:ext>
            </a:extLst>
          </p:cNvPr>
          <p:cNvSpPr txBox="1"/>
          <p:nvPr/>
        </p:nvSpPr>
        <p:spPr>
          <a:xfrm>
            <a:off x="3048000" y="31058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above slide shows the sample overall output </a:t>
            </a:r>
            <a:r>
              <a:rPr lang="en-US"/>
              <a:t>for milestone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8540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1845</TotalTime>
  <Words>7126</Words>
  <Application>Microsoft Office PowerPoint</Application>
  <PresentationFormat>Widescreen</PresentationFormat>
  <Paragraphs>1021</Paragraphs>
  <Slides>122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6" baseType="lpstr">
      <vt:lpstr>Arial</vt:lpstr>
      <vt:lpstr>Courier New</vt:lpstr>
      <vt:lpstr>Tw Cen MT</vt:lpstr>
      <vt:lpstr>Droplet</vt:lpstr>
      <vt:lpstr>Edu2Job Predicting Job Roles from Educational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Yuvaraj</dc:creator>
  <cp:lastModifiedBy>Pavithra Yuvaraj</cp:lastModifiedBy>
  <cp:revision>1</cp:revision>
  <dcterms:created xsi:type="dcterms:W3CDTF">2025-11-11T13:35:57Z</dcterms:created>
  <dcterms:modified xsi:type="dcterms:W3CDTF">2025-11-15T17:16:34Z</dcterms:modified>
</cp:coreProperties>
</file>