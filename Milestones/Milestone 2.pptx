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69" r:id="rId5"/>
    <p:sldId id="270" r:id="rId6"/>
    <p:sldId id="258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59" r:id="rId15"/>
    <p:sldId id="278" r:id="rId16"/>
    <p:sldId id="279" r:id="rId17"/>
    <p:sldId id="280" r:id="rId18"/>
    <p:sldId id="281" r:id="rId19"/>
    <p:sldId id="282" r:id="rId20"/>
    <p:sldId id="283" r:id="rId21"/>
    <p:sldId id="260" r:id="rId22"/>
    <p:sldId id="284" r:id="rId23"/>
    <p:sldId id="285" r:id="rId24"/>
    <p:sldId id="286" r:id="rId25"/>
    <p:sldId id="287" r:id="rId26"/>
    <p:sldId id="288" r:id="rId27"/>
    <p:sldId id="289" r:id="rId28"/>
    <p:sldId id="261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62" r:id="rId37"/>
    <p:sldId id="297" r:id="rId38"/>
    <p:sldId id="299" r:id="rId39"/>
    <p:sldId id="300" r:id="rId40"/>
    <p:sldId id="301" r:id="rId41"/>
    <p:sldId id="302" r:id="rId42"/>
    <p:sldId id="303" r:id="rId43"/>
    <p:sldId id="263" r:id="rId44"/>
    <p:sldId id="304" r:id="rId45"/>
    <p:sldId id="305" r:id="rId46"/>
    <p:sldId id="306" r:id="rId47"/>
    <p:sldId id="307" r:id="rId48"/>
    <p:sldId id="308" r:id="rId49"/>
    <p:sldId id="309" r:id="rId50"/>
    <p:sldId id="264" r:id="rId51"/>
    <p:sldId id="310" r:id="rId52"/>
    <p:sldId id="311" r:id="rId53"/>
    <p:sldId id="312" r:id="rId54"/>
    <p:sldId id="313" r:id="rId55"/>
    <p:sldId id="265" r:id="rId56"/>
    <p:sldId id="314" r:id="rId57"/>
    <p:sldId id="315" r:id="rId58"/>
    <p:sldId id="266" r:id="rId59"/>
    <p:sldId id="316" r:id="rId60"/>
    <p:sldId id="317" r:id="rId61"/>
    <p:sldId id="318" r:id="rId62"/>
    <p:sldId id="267" r:id="rId63"/>
    <p:sldId id="319" r:id="rId64"/>
    <p:sldId id="320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thra Yuvaraj" userId="c9a9934f14c5a20d" providerId="LiveId" clId="{9D138E8F-448E-4B68-9B20-929C3F7066AC}"/>
    <pc:docChg chg="undo custSel addSld delSld modSld">
      <pc:chgData name="Pavithra Yuvaraj" userId="c9a9934f14c5a20d" providerId="LiveId" clId="{9D138E8F-448E-4B68-9B20-929C3F7066AC}" dt="2025-11-30T16:48:45.751" v="94" actId="22"/>
      <pc:docMkLst>
        <pc:docMk/>
      </pc:docMkLst>
      <pc:sldChg chg="addSp new mod">
        <pc:chgData name="Pavithra Yuvaraj" userId="c9a9934f14c5a20d" providerId="LiveId" clId="{9D138E8F-448E-4B68-9B20-929C3F7066AC}" dt="2025-11-30T16:29:16.712" v="1" actId="22"/>
        <pc:sldMkLst>
          <pc:docMk/>
          <pc:sldMk cId="508152249" sldId="284"/>
        </pc:sldMkLst>
        <pc:spChg chg="add">
          <ac:chgData name="Pavithra Yuvaraj" userId="c9a9934f14c5a20d" providerId="LiveId" clId="{9D138E8F-448E-4B68-9B20-929C3F7066AC}" dt="2025-11-30T16:29:16.712" v="1" actId="22"/>
          <ac:spMkLst>
            <pc:docMk/>
            <pc:sldMk cId="508152249" sldId="284"/>
            <ac:spMk id="3" creationId="{CE574590-C237-4A82-E558-3E81F1B560F5}"/>
          </ac:spMkLst>
        </pc:spChg>
      </pc:sldChg>
      <pc:sldChg chg="addSp new mod">
        <pc:chgData name="Pavithra Yuvaraj" userId="c9a9934f14c5a20d" providerId="LiveId" clId="{9D138E8F-448E-4B68-9B20-929C3F7066AC}" dt="2025-11-30T16:29:32.357" v="3" actId="22"/>
        <pc:sldMkLst>
          <pc:docMk/>
          <pc:sldMk cId="2668148343" sldId="285"/>
        </pc:sldMkLst>
        <pc:spChg chg="add">
          <ac:chgData name="Pavithra Yuvaraj" userId="c9a9934f14c5a20d" providerId="LiveId" clId="{9D138E8F-448E-4B68-9B20-929C3F7066AC}" dt="2025-11-30T16:29:32.357" v="3" actId="22"/>
          <ac:spMkLst>
            <pc:docMk/>
            <pc:sldMk cId="2668148343" sldId="285"/>
            <ac:spMk id="3" creationId="{7035A316-4CA3-F706-0E5F-5698E9282EFB}"/>
          </ac:spMkLst>
        </pc:spChg>
      </pc:sldChg>
      <pc:sldChg chg="addSp modSp new mod">
        <pc:chgData name="Pavithra Yuvaraj" userId="c9a9934f14c5a20d" providerId="LiveId" clId="{9D138E8F-448E-4B68-9B20-929C3F7066AC}" dt="2025-11-30T16:29:53.629" v="18" actId="5793"/>
        <pc:sldMkLst>
          <pc:docMk/>
          <pc:sldMk cId="853241055" sldId="286"/>
        </pc:sldMkLst>
        <pc:spChg chg="add mod">
          <ac:chgData name="Pavithra Yuvaraj" userId="c9a9934f14c5a20d" providerId="LiveId" clId="{9D138E8F-448E-4B68-9B20-929C3F7066AC}" dt="2025-11-30T16:29:53.629" v="18" actId="5793"/>
          <ac:spMkLst>
            <pc:docMk/>
            <pc:sldMk cId="853241055" sldId="286"/>
            <ac:spMk id="3" creationId="{29483566-C66F-48D4-D069-DADF8AEC18C6}"/>
          </ac:spMkLst>
        </pc:spChg>
      </pc:sldChg>
      <pc:sldChg chg="addSp new mod">
        <pc:chgData name="Pavithra Yuvaraj" userId="c9a9934f14c5a20d" providerId="LiveId" clId="{9D138E8F-448E-4B68-9B20-929C3F7066AC}" dt="2025-11-30T16:30:12.453" v="20" actId="22"/>
        <pc:sldMkLst>
          <pc:docMk/>
          <pc:sldMk cId="1609848169" sldId="287"/>
        </pc:sldMkLst>
        <pc:spChg chg="add">
          <ac:chgData name="Pavithra Yuvaraj" userId="c9a9934f14c5a20d" providerId="LiveId" clId="{9D138E8F-448E-4B68-9B20-929C3F7066AC}" dt="2025-11-30T16:30:12.453" v="20" actId="22"/>
          <ac:spMkLst>
            <pc:docMk/>
            <pc:sldMk cId="1609848169" sldId="287"/>
            <ac:spMk id="3" creationId="{3B8375D3-8079-813F-3BCD-31CD803E61C5}"/>
          </ac:spMkLst>
        </pc:spChg>
      </pc:sldChg>
      <pc:sldChg chg="addSp new mod">
        <pc:chgData name="Pavithra Yuvaraj" userId="c9a9934f14c5a20d" providerId="LiveId" clId="{9D138E8F-448E-4B68-9B20-929C3F7066AC}" dt="2025-11-30T16:30:45.525" v="22" actId="22"/>
        <pc:sldMkLst>
          <pc:docMk/>
          <pc:sldMk cId="1052968940" sldId="288"/>
        </pc:sldMkLst>
        <pc:spChg chg="add">
          <ac:chgData name="Pavithra Yuvaraj" userId="c9a9934f14c5a20d" providerId="LiveId" clId="{9D138E8F-448E-4B68-9B20-929C3F7066AC}" dt="2025-11-30T16:30:45.525" v="22" actId="22"/>
          <ac:spMkLst>
            <pc:docMk/>
            <pc:sldMk cId="1052968940" sldId="288"/>
            <ac:spMk id="3" creationId="{250BE7D7-4FE7-40A4-EF20-1534B276FAB0}"/>
          </ac:spMkLst>
        </pc:spChg>
      </pc:sldChg>
      <pc:sldChg chg="addSp new mod">
        <pc:chgData name="Pavithra Yuvaraj" userId="c9a9934f14c5a20d" providerId="LiveId" clId="{9D138E8F-448E-4B68-9B20-929C3F7066AC}" dt="2025-11-30T16:31:03.024" v="24" actId="22"/>
        <pc:sldMkLst>
          <pc:docMk/>
          <pc:sldMk cId="1435888952" sldId="289"/>
        </pc:sldMkLst>
        <pc:spChg chg="add">
          <ac:chgData name="Pavithra Yuvaraj" userId="c9a9934f14c5a20d" providerId="LiveId" clId="{9D138E8F-448E-4B68-9B20-929C3F7066AC}" dt="2025-11-30T16:31:03.024" v="24" actId="22"/>
          <ac:spMkLst>
            <pc:docMk/>
            <pc:sldMk cId="1435888952" sldId="289"/>
            <ac:spMk id="3" creationId="{DADC9C72-77F7-A3B0-5A50-EBCAC8B90154}"/>
          </ac:spMkLst>
        </pc:spChg>
      </pc:sldChg>
      <pc:sldChg chg="addSp new mod">
        <pc:chgData name="Pavithra Yuvaraj" userId="c9a9934f14c5a20d" providerId="LiveId" clId="{9D138E8F-448E-4B68-9B20-929C3F7066AC}" dt="2025-11-30T16:32:05.642" v="26" actId="22"/>
        <pc:sldMkLst>
          <pc:docMk/>
          <pc:sldMk cId="1208706766" sldId="290"/>
        </pc:sldMkLst>
        <pc:spChg chg="add">
          <ac:chgData name="Pavithra Yuvaraj" userId="c9a9934f14c5a20d" providerId="LiveId" clId="{9D138E8F-448E-4B68-9B20-929C3F7066AC}" dt="2025-11-30T16:32:05.642" v="26" actId="22"/>
          <ac:spMkLst>
            <pc:docMk/>
            <pc:sldMk cId="1208706766" sldId="290"/>
            <ac:spMk id="3" creationId="{223207E7-5E9A-787B-25C5-2BBBFFC44EE3}"/>
          </ac:spMkLst>
        </pc:spChg>
      </pc:sldChg>
      <pc:sldChg chg="addSp modSp new mod">
        <pc:chgData name="Pavithra Yuvaraj" userId="c9a9934f14c5a20d" providerId="LiveId" clId="{9D138E8F-448E-4B68-9B20-929C3F7066AC}" dt="2025-11-30T16:32:52.222" v="30" actId="22"/>
        <pc:sldMkLst>
          <pc:docMk/>
          <pc:sldMk cId="3080289785" sldId="291"/>
        </pc:sldMkLst>
        <pc:spChg chg="add mod">
          <ac:chgData name="Pavithra Yuvaraj" userId="c9a9934f14c5a20d" providerId="LiveId" clId="{9D138E8F-448E-4B68-9B20-929C3F7066AC}" dt="2025-11-30T16:32:32.326" v="29"/>
          <ac:spMkLst>
            <pc:docMk/>
            <pc:sldMk cId="3080289785" sldId="291"/>
            <ac:spMk id="3" creationId="{8AAF90AA-FE96-5344-B691-B8EF3E2DEA39}"/>
          </ac:spMkLst>
        </pc:spChg>
        <pc:graphicFrameChg chg="add mod">
          <ac:chgData name="Pavithra Yuvaraj" userId="c9a9934f14c5a20d" providerId="LiveId" clId="{9D138E8F-448E-4B68-9B20-929C3F7066AC}" dt="2025-11-30T16:32:28.686" v="28"/>
          <ac:graphicFrameMkLst>
            <pc:docMk/>
            <pc:sldMk cId="3080289785" sldId="291"/>
            <ac:graphicFrameMk id="2" creationId="{0ADEC2BE-F056-59F1-42C0-08D7CB5AE6B2}"/>
          </ac:graphicFrameMkLst>
        </pc:graphicFrameChg>
        <pc:picChg chg="add">
          <ac:chgData name="Pavithra Yuvaraj" userId="c9a9934f14c5a20d" providerId="LiveId" clId="{9D138E8F-448E-4B68-9B20-929C3F7066AC}" dt="2025-11-30T16:32:52.222" v="30" actId="22"/>
          <ac:picMkLst>
            <pc:docMk/>
            <pc:sldMk cId="3080289785" sldId="291"/>
            <ac:picMk id="5" creationId="{C7DC60F0-5964-36F2-DE51-4667BCB9D8A3}"/>
          </ac:picMkLst>
        </pc:picChg>
      </pc:sldChg>
      <pc:sldChg chg="addSp delSp new mod">
        <pc:chgData name="Pavithra Yuvaraj" userId="c9a9934f14c5a20d" providerId="LiveId" clId="{9D138E8F-448E-4B68-9B20-929C3F7066AC}" dt="2025-11-30T16:33:28.287" v="34" actId="22"/>
        <pc:sldMkLst>
          <pc:docMk/>
          <pc:sldMk cId="2454174156" sldId="292"/>
        </pc:sldMkLst>
        <pc:spChg chg="add">
          <ac:chgData name="Pavithra Yuvaraj" userId="c9a9934f14c5a20d" providerId="LiveId" clId="{9D138E8F-448E-4B68-9B20-929C3F7066AC}" dt="2025-11-30T16:33:28.287" v="34" actId="22"/>
          <ac:spMkLst>
            <pc:docMk/>
            <pc:sldMk cId="2454174156" sldId="292"/>
            <ac:spMk id="5" creationId="{D927D17C-F181-39F4-CBCA-84E787CE2DAD}"/>
          </ac:spMkLst>
        </pc:spChg>
        <pc:picChg chg="add del">
          <ac:chgData name="Pavithra Yuvaraj" userId="c9a9934f14c5a20d" providerId="LiveId" clId="{9D138E8F-448E-4B68-9B20-929C3F7066AC}" dt="2025-11-30T16:33:13.916" v="33" actId="22"/>
          <ac:picMkLst>
            <pc:docMk/>
            <pc:sldMk cId="2454174156" sldId="292"/>
            <ac:picMk id="3" creationId="{2D06611B-F99D-D0C0-460A-B546FDDF632B}"/>
          </ac:picMkLst>
        </pc:picChg>
      </pc:sldChg>
      <pc:sldChg chg="addSp new mod">
        <pc:chgData name="Pavithra Yuvaraj" userId="c9a9934f14c5a20d" providerId="LiveId" clId="{9D138E8F-448E-4B68-9B20-929C3F7066AC}" dt="2025-11-30T16:34:02.338" v="37" actId="22"/>
        <pc:sldMkLst>
          <pc:docMk/>
          <pc:sldMk cId="993669852" sldId="293"/>
        </pc:sldMkLst>
        <pc:spChg chg="add">
          <ac:chgData name="Pavithra Yuvaraj" userId="c9a9934f14c5a20d" providerId="LiveId" clId="{9D138E8F-448E-4B68-9B20-929C3F7066AC}" dt="2025-11-30T16:33:45.547" v="36"/>
          <ac:spMkLst>
            <pc:docMk/>
            <pc:sldMk cId="993669852" sldId="293"/>
            <ac:spMk id="2" creationId="{12F968F8-546E-53ED-272E-4CDC58186FFD}"/>
          </ac:spMkLst>
        </pc:spChg>
        <pc:spChg chg="add">
          <ac:chgData name="Pavithra Yuvaraj" userId="c9a9934f14c5a20d" providerId="LiveId" clId="{9D138E8F-448E-4B68-9B20-929C3F7066AC}" dt="2025-11-30T16:33:45.547" v="36"/>
          <ac:spMkLst>
            <pc:docMk/>
            <pc:sldMk cId="993669852" sldId="293"/>
            <ac:spMk id="3" creationId="{8E2D1E54-2228-B566-83CD-B61C9EE6C886}"/>
          </ac:spMkLst>
        </pc:spChg>
        <pc:spChg chg="add">
          <ac:chgData name="Pavithra Yuvaraj" userId="c9a9934f14c5a20d" providerId="LiveId" clId="{9D138E8F-448E-4B68-9B20-929C3F7066AC}" dt="2025-11-30T16:33:45.547" v="36"/>
          <ac:spMkLst>
            <pc:docMk/>
            <pc:sldMk cId="993669852" sldId="293"/>
            <ac:spMk id="4" creationId="{F9D4E857-08C3-4B1D-D554-5395CA7C71B7}"/>
          </ac:spMkLst>
        </pc:spChg>
        <pc:spChg chg="add">
          <ac:chgData name="Pavithra Yuvaraj" userId="c9a9934f14c5a20d" providerId="LiveId" clId="{9D138E8F-448E-4B68-9B20-929C3F7066AC}" dt="2025-11-30T16:33:45.547" v="36"/>
          <ac:spMkLst>
            <pc:docMk/>
            <pc:sldMk cId="993669852" sldId="293"/>
            <ac:spMk id="5" creationId="{94C6D7B7-4EA9-1254-439D-D90D0813EC80}"/>
          </ac:spMkLst>
        </pc:spChg>
        <pc:spChg chg="add">
          <ac:chgData name="Pavithra Yuvaraj" userId="c9a9934f14c5a20d" providerId="LiveId" clId="{9D138E8F-448E-4B68-9B20-929C3F7066AC}" dt="2025-11-30T16:33:45.547" v="36"/>
          <ac:spMkLst>
            <pc:docMk/>
            <pc:sldMk cId="993669852" sldId="293"/>
            <ac:spMk id="6" creationId="{DE17B8AC-6BC5-C943-3A35-84C24C51833B}"/>
          </ac:spMkLst>
        </pc:spChg>
        <pc:spChg chg="add">
          <ac:chgData name="Pavithra Yuvaraj" userId="c9a9934f14c5a20d" providerId="LiveId" clId="{9D138E8F-448E-4B68-9B20-929C3F7066AC}" dt="2025-11-30T16:33:45.547" v="36"/>
          <ac:spMkLst>
            <pc:docMk/>
            <pc:sldMk cId="993669852" sldId="293"/>
            <ac:spMk id="7" creationId="{F7542464-A82F-6826-03E2-DD199E57EF35}"/>
          </ac:spMkLst>
        </pc:spChg>
        <pc:spChg chg="add">
          <ac:chgData name="Pavithra Yuvaraj" userId="c9a9934f14c5a20d" providerId="LiveId" clId="{9D138E8F-448E-4B68-9B20-929C3F7066AC}" dt="2025-11-30T16:33:45.547" v="36"/>
          <ac:spMkLst>
            <pc:docMk/>
            <pc:sldMk cId="993669852" sldId="293"/>
            <ac:spMk id="8" creationId="{63F51694-8070-2471-71E4-02C40079EBA4}"/>
          </ac:spMkLst>
        </pc:spChg>
        <pc:spChg chg="add">
          <ac:chgData name="Pavithra Yuvaraj" userId="c9a9934f14c5a20d" providerId="LiveId" clId="{9D138E8F-448E-4B68-9B20-929C3F7066AC}" dt="2025-11-30T16:33:45.547" v="36"/>
          <ac:spMkLst>
            <pc:docMk/>
            <pc:sldMk cId="993669852" sldId="293"/>
            <ac:spMk id="9" creationId="{D631049D-E4FB-6F50-08A0-2EE618085A96}"/>
          </ac:spMkLst>
        </pc:spChg>
        <pc:spChg chg="add">
          <ac:chgData name="Pavithra Yuvaraj" userId="c9a9934f14c5a20d" providerId="LiveId" clId="{9D138E8F-448E-4B68-9B20-929C3F7066AC}" dt="2025-11-30T16:33:45.547" v="36"/>
          <ac:spMkLst>
            <pc:docMk/>
            <pc:sldMk cId="993669852" sldId="293"/>
            <ac:spMk id="10" creationId="{333953D7-3C79-CD39-00E7-A036ACCA295B}"/>
          </ac:spMkLst>
        </pc:spChg>
        <pc:spChg chg="add">
          <ac:chgData name="Pavithra Yuvaraj" userId="c9a9934f14c5a20d" providerId="LiveId" clId="{9D138E8F-448E-4B68-9B20-929C3F7066AC}" dt="2025-11-30T16:34:02.338" v="37" actId="22"/>
          <ac:spMkLst>
            <pc:docMk/>
            <pc:sldMk cId="993669852" sldId="293"/>
            <ac:spMk id="12" creationId="{33B276FA-9C4D-1BDD-301C-9CA81FD857D8}"/>
          </ac:spMkLst>
        </pc:spChg>
      </pc:sldChg>
      <pc:sldChg chg="addSp new mod">
        <pc:chgData name="Pavithra Yuvaraj" userId="c9a9934f14c5a20d" providerId="LiveId" clId="{9D138E8F-448E-4B68-9B20-929C3F7066AC}" dt="2025-11-30T16:34:20.590" v="39" actId="22"/>
        <pc:sldMkLst>
          <pc:docMk/>
          <pc:sldMk cId="3311019965" sldId="294"/>
        </pc:sldMkLst>
        <pc:spChg chg="add">
          <ac:chgData name="Pavithra Yuvaraj" userId="c9a9934f14c5a20d" providerId="LiveId" clId="{9D138E8F-448E-4B68-9B20-929C3F7066AC}" dt="2025-11-30T16:34:20.590" v="39" actId="22"/>
          <ac:spMkLst>
            <pc:docMk/>
            <pc:sldMk cId="3311019965" sldId="294"/>
            <ac:spMk id="3" creationId="{B1700FFE-EC1D-6E22-2E34-DCDAAC2B5FBF}"/>
          </ac:spMkLst>
        </pc:spChg>
      </pc:sldChg>
      <pc:sldChg chg="addSp new mod">
        <pc:chgData name="Pavithra Yuvaraj" userId="c9a9934f14c5a20d" providerId="LiveId" clId="{9D138E8F-448E-4B68-9B20-929C3F7066AC}" dt="2025-11-30T16:34:36.574" v="41" actId="22"/>
        <pc:sldMkLst>
          <pc:docMk/>
          <pc:sldMk cId="3989742992" sldId="295"/>
        </pc:sldMkLst>
        <pc:spChg chg="add">
          <ac:chgData name="Pavithra Yuvaraj" userId="c9a9934f14c5a20d" providerId="LiveId" clId="{9D138E8F-448E-4B68-9B20-929C3F7066AC}" dt="2025-11-30T16:34:36.574" v="41" actId="22"/>
          <ac:spMkLst>
            <pc:docMk/>
            <pc:sldMk cId="3989742992" sldId="295"/>
            <ac:spMk id="3" creationId="{240347F5-C457-23BA-A769-4ECEE464DD8F}"/>
          </ac:spMkLst>
        </pc:spChg>
      </pc:sldChg>
      <pc:sldChg chg="addSp new mod">
        <pc:chgData name="Pavithra Yuvaraj" userId="c9a9934f14c5a20d" providerId="LiveId" clId="{9D138E8F-448E-4B68-9B20-929C3F7066AC}" dt="2025-11-30T16:34:55.050" v="43" actId="22"/>
        <pc:sldMkLst>
          <pc:docMk/>
          <pc:sldMk cId="1919005097" sldId="296"/>
        </pc:sldMkLst>
        <pc:spChg chg="add">
          <ac:chgData name="Pavithra Yuvaraj" userId="c9a9934f14c5a20d" providerId="LiveId" clId="{9D138E8F-448E-4B68-9B20-929C3F7066AC}" dt="2025-11-30T16:34:55.050" v="43" actId="22"/>
          <ac:spMkLst>
            <pc:docMk/>
            <pc:sldMk cId="1919005097" sldId="296"/>
            <ac:spMk id="3" creationId="{19333FB9-320E-C7AA-B49D-41A3889C4C3A}"/>
          </ac:spMkLst>
        </pc:spChg>
      </pc:sldChg>
      <pc:sldChg chg="addSp modSp new mod">
        <pc:chgData name="Pavithra Yuvaraj" userId="c9a9934f14c5a20d" providerId="LiveId" clId="{9D138E8F-448E-4B68-9B20-929C3F7066AC}" dt="2025-11-30T16:37:03.332" v="48"/>
        <pc:sldMkLst>
          <pc:docMk/>
          <pc:sldMk cId="2939912788" sldId="297"/>
        </pc:sldMkLst>
        <pc:spChg chg="add mod">
          <ac:chgData name="Pavithra Yuvaraj" userId="c9a9934f14c5a20d" providerId="LiveId" clId="{9D138E8F-448E-4B68-9B20-929C3F7066AC}" dt="2025-11-30T16:37:03.332" v="48"/>
          <ac:spMkLst>
            <pc:docMk/>
            <pc:sldMk cId="2939912788" sldId="297"/>
            <ac:spMk id="3" creationId="{473DB0F1-7EAC-90F8-ABB3-4FB589DB8F05}"/>
          </ac:spMkLst>
        </pc:spChg>
      </pc:sldChg>
      <pc:sldChg chg="new del">
        <pc:chgData name="Pavithra Yuvaraj" userId="c9a9934f14c5a20d" providerId="LiveId" clId="{9D138E8F-448E-4B68-9B20-929C3F7066AC}" dt="2025-11-30T16:38:54.831" v="60" actId="2696"/>
        <pc:sldMkLst>
          <pc:docMk/>
          <pc:sldMk cId="539674831" sldId="298"/>
        </pc:sldMkLst>
      </pc:sldChg>
      <pc:sldChg chg="addSp new mod">
        <pc:chgData name="Pavithra Yuvaraj" userId="c9a9934f14c5a20d" providerId="LiveId" clId="{9D138E8F-448E-4B68-9B20-929C3F7066AC}" dt="2025-11-30T16:37:19.415" v="50" actId="22"/>
        <pc:sldMkLst>
          <pc:docMk/>
          <pc:sldMk cId="368571862" sldId="299"/>
        </pc:sldMkLst>
        <pc:spChg chg="add">
          <ac:chgData name="Pavithra Yuvaraj" userId="c9a9934f14c5a20d" providerId="LiveId" clId="{9D138E8F-448E-4B68-9B20-929C3F7066AC}" dt="2025-11-30T16:37:19.415" v="50" actId="22"/>
          <ac:spMkLst>
            <pc:docMk/>
            <pc:sldMk cId="368571862" sldId="299"/>
            <ac:spMk id="3" creationId="{89568E4F-1798-4476-4597-EEF576E99B66}"/>
          </ac:spMkLst>
        </pc:spChg>
      </pc:sldChg>
      <pc:sldChg chg="addSp modSp new mod">
        <pc:chgData name="Pavithra Yuvaraj" userId="c9a9934f14c5a20d" providerId="LiveId" clId="{9D138E8F-448E-4B68-9B20-929C3F7066AC}" dt="2025-11-30T16:37:37.912" v="53" actId="20577"/>
        <pc:sldMkLst>
          <pc:docMk/>
          <pc:sldMk cId="1650377311" sldId="300"/>
        </pc:sldMkLst>
        <pc:spChg chg="add mod">
          <ac:chgData name="Pavithra Yuvaraj" userId="c9a9934f14c5a20d" providerId="LiveId" clId="{9D138E8F-448E-4B68-9B20-929C3F7066AC}" dt="2025-11-30T16:37:37.912" v="53" actId="20577"/>
          <ac:spMkLst>
            <pc:docMk/>
            <pc:sldMk cId="1650377311" sldId="300"/>
            <ac:spMk id="3" creationId="{A88FBB01-CA86-335E-82A9-29D0A8998D0B}"/>
          </ac:spMkLst>
        </pc:spChg>
      </pc:sldChg>
      <pc:sldChg chg="addSp new mod">
        <pc:chgData name="Pavithra Yuvaraj" userId="c9a9934f14c5a20d" providerId="LiveId" clId="{9D138E8F-448E-4B68-9B20-929C3F7066AC}" dt="2025-11-30T16:37:56.997" v="55" actId="22"/>
        <pc:sldMkLst>
          <pc:docMk/>
          <pc:sldMk cId="2959680111" sldId="301"/>
        </pc:sldMkLst>
        <pc:spChg chg="add">
          <ac:chgData name="Pavithra Yuvaraj" userId="c9a9934f14c5a20d" providerId="LiveId" clId="{9D138E8F-448E-4B68-9B20-929C3F7066AC}" dt="2025-11-30T16:37:56.997" v="55" actId="22"/>
          <ac:spMkLst>
            <pc:docMk/>
            <pc:sldMk cId="2959680111" sldId="301"/>
            <ac:spMk id="3" creationId="{6B6E4C69-9B07-CE86-910E-EA5B25130731}"/>
          </ac:spMkLst>
        </pc:spChg>
      </pc:sldChg>
      <pc:sldChg chg="addSp new mod">
        <pc:chgData name="Pavithra Yuvaraj" userId="c9a9934f14c5a20d" providerId="LiveId" clId="{9D138E8F-448E-4B68-9B20-929C3F7066AC}" dt="2025-11-30T16:38:21.796" v="57" actId="22"/>
        <pc:sldMkLst>
          <pc:docMk/>
          <pc:sldMk cId="2059708059" sldId="302"/>
        </pc:sldMkLst>
        <pc:spChg chg="add">
          <ac:chgData name="Pavithra Yuvaraj" userId="c9a9934f14c5a20d" providerId="LiveId" clId="{9D138E8F-448E-4B68-9B20-929C3F7066AC}" dt="2025-11-30T16:38:21.796" v="57" actId="22"/>
          <ac:spMkLst>
            <pc:docMk/>
            <pc:sldMk cId="2059708059" sldId="302"/>
            <ac:spMk id="3" creationId="{56300392-C6D2-908C-9BC3-0CF0A517A740}"/>
          </ac:spMkLst>
        </pc:spChg>
      </pc:sldChg>
      <pc:sldChg chg="addSp new mod">
        <pc:chgData name="Pavithra Yuvaraj" userId="c9a9934f14c5a20d" providerId="LiveId" clId="{9D138E8F-448E-4B68-9B20-929C3F7066AC}" dt="2025-11-30T16:38:45.679" v="59" actId="22"/>
        <pc:sldMkLst>
          <pc:docMk/>
          <pc:sldMk cId="366833078" sldId="303"/>
        </pc:sldMkLst>
        <pc:spChg chg="add">
          <ac:chgData name="Pavithra Yuvaraj" userId="c9a9934f14c5a20d" providerId="LiveId" clId="{9D138E8F-448E-4B68-9B20-929C3F7066AC}" dt="2025-11-30T16:38:45.679" v="59" actId="22"/>
          <ac:spMkLst>
            <pc:docMk/>
            <pc:sldMk cId="366833078" sldId="303"/>
            <ac:spMk id="3" creationId="{7FECF073-01FB-ACFF-018A-F92E2A37DEA7}"/>
          </ac:spMkLst>
        </pc:spChg>
      </pc:sldChg>
      <pc:sldChg chg="addSp new mod">
        <pc:chgData name="Pavithra Yuvaraj" userId="c9a9934f14c5a20d" providerId="LiveId" clId="{9D138E8F-448E-4B68-9B20-929C3F7066AC}" dt="2025-11-30T16:39:53.283" v="62" actId="22"/>
        <pc:sldMkLst>
          <pc:docMk/>
          <pc:sldMk cId="495169755" sldId="304"/>
        </pc:sldMkLst>
        <pc:spChg chg="add">
          <ac:chgData name="Pavithra Yuvaraj" userId="c9a9934f14c5a20d" providerId="LiveId" clId="{9D138E8F-448E-4B68-9B20-929C3F7066AC}" dt="2025-11-30T16:39:53.283" v="62" actId="22"/>
          <ac:spMkLst>
            <pc:docMk/>
            <pc:sldMk cId="495169755" sldId="304"/>
            <ac:spMk id="3" creationId="{3B3DA5C5-03F0-D914-3645-CB2D2758B793}"/>
          </ac:spMkLst>
        </pc:spChg>
      </pc:sldChg>
      <pc:sldChg chg="addSp new mod">
        <pc:chgData name="Pavithra Yuvaraj" userId="c9a9934f14c5a20d" providerId="LiveId" clId="{9D138E8F-448E-4B68-9B20-929C3F7066AC}" dt="2025-11-30T16:40:07.150" v="64" actId="22"/>
        <pc:sldMkLst>
          <pc:docMk/>
          <pc:sldMk cId="955277238" sldId="305"/>
        </pc:sldMkLst>
        <pc:spChg chg="add">
          <ac:chgData name="Pavithra Yuvaraj" userId="c9a9934f14c5a20d" providerId="LiveId" clId="{9D138E8F-448E-4B68-9B20-929C3F7066AC}" dt="2025-11-30T16:40:07.150" v="64" actId="22"/>
          <ac:spMkLst>
            <pc:docMk/>
            <pc:sldMk cId="955277238" sldId="305"/>
            <ac:spMk id="3" creationId="{6DBDF40F-DDB3-F093-256C-D27A998F2E3E}"/>
          </ac:spMkLst>
        </pc:spChg>
      </pc:sldChg>
      <pc:sldChg chg="addSp new mod">
        <pc:chgData name="Pavithra Yuvaraj" userId="c9a9934f14c5a20d" providerId="LiveId" clId="{9D138E8F-448E-4B68-9B20-929C3F7066AC}" dt="2025-11-30T16:40:47.255" v="66" actId="22"/>
        <pc:sldMkLst>
          <pc:docMk/>
          <pc:sldMk cId="4030762463" sldId="306"/>
        </pc:sldMkLst>
        <pc:spChg chg="add">
          <ac:chgData name="Pavithra Yuvaraj" userId="c9a9934f14c5a20d" providerId="LiveId" clId="{9D138E8F-448E-4B68-9B20-929C3F7066AC}" dt="2025-11-30T16:40:47.255" v="66" actId="22"/>
          <ac:spMkLst>
            <pc:docMk/>
            <pc:sldMk cId="4030762463" sldId="306"/>
            <ac:spMk id="3" creationId="{3FE99815-248A-755E-495D-85CE6504649A}"/>
          </ac:spMkLst>
        </pc:spChg>
      </pc:sldChg>
      <pc:sldChg chg="addSp new mod">
        <pc:chgData name="Pavithra Yuvaraj" userId="c9a9934f14c5a20d" providerId="LiveId" clId="{9D138E8F-448E-4B68-9B20-929C3F7066AC}" dt="2025-11-30T16:41:06.344" v="68" actId="22"/>
        <pc:sldMkLst>
          <pc:docMk/>
          <pc:sldMk cId="3855226404" sldId="307"/>
        </pc:sldMkLst>
        <pc:spChg chg="add">
          <ac:chgData name="Pavithra Yuvaraj" userId="c9a9934f14c5a20d" providerId="LiveId" clId="{9D138E8F-448E-4B68-9B20-929C3F7066AC}" dt="2025-11-30T16:41:06.344" v="68" actId="22"/>
          <ac:spMkLst>
            <pc:docMk/>
            <pc:sldMk cId="3855226404" sldId="307"/>
            <ac:spMk id="3" creationId="{24B89988-76F2-42FA-F9E7-F61B9B8C5377}"/>
          </ac:spMkLst>
        </pc:spChg>
      </pc:sldChg>
      <pc:sldChg chg="addSp new mod">
        <pc:chgData name="Pavithra Yuvaraj" userId="c9a9934f14c5a20d" providerId="LiveId" clId="{9D138E8F-448E-4B68-9B20-929C3F7066AC}" dt="2025-11-30T16:41:20.592" v="70" actId="22"/>
        <pc:sldMkLst>
          <pc:docMk/>
          <pc:sldMk cId="3641556192" sldId="308"/>
        </pc:sldMkLst>
        <pc:spChg chg="add">
          <ac:chgData name="Pavithra Yuvaraj" userId="c9a9934f14c5a20d" providerId="LiveId" clId="{9D138E8F-448E-4B68-9B20-929C3F7066AC}" dt="2025-11-30T16:41:20.592" v="70" actId="22"/>
          <ac:spMkLst>
            <pc:docMk/>
            <pc:sldMk cId="3641556192" sldId="308"/>
            <ac:spMk id="3" creationId="{354B6D43-D2D1-81E2-A6FE-9D7FA1F5DA12}"/>
          </ac:spMkLst>
        </pc:spChg>
      </pc:sldChg>
      <pc:sldChg chg="addSp new mod">
        <pc:chgData name="Pavithra Yuvaraj" userId="c9a9934f14c5a20d" providerId="LiveId" clId="{9D138E8F-448E-4B68-9B20-929C3F7066AC}" dt="2025-11-30T16:41:34.179" v="72" actId="22"/>
        <pc:sldMkLst>
          <pc:docMk/>
          <pc:sldMk cId="766322916" sldId="309"/>
        </pc:sldMkLst>
        <pc:spChg chg="add">
          <ac:chgData name="Pavithra Yuvaraj" userId="c9a9934f14c5a20d" providerId="LiveId" clId="{9D138E8F-448E-4B68-9B20-929C3F7066AC}" dt="2025-11-30T16:41:34.179" v="72" actId="22"/>
          <ac:spMkLst>
            <pc:docMk/>
            <pc:sldMk cId="766322916" sldId="309"/>
            <ac:spMk id="3" creationId="{344F6D11-2479-349C-8A0A-251AD1857964}"/>
          </ac:spMkLst>
        </pc:spChg>
      </pc:sldChg>
      <pc:sldChg chg="addSp new mod">
        <pc:chgData name="Pavithra Yuvaraj" userId="c9a9934f14c5a20d" providerId="LiveId" clId="{9D138E8F-448E-4B68-9B20-929C3F7066AC}" dt="2025-11-30T16:43:28.215" v="74" actId="22"/>
        <pc:sldMkLst>
          <pc:docMk/>
          <pc:sldMk cId="2910101464" sldId="310"/>
        </pc:sldMkLst>
        <pc:spChg chg="add">
          <ac:chgData name="Pavithra Yuvaraj" userId="c9a9934f14c5a20d" providerId="LiveId" clId="{9D138E8F-448E-4B68-9B20-929C3F7066AC}" dt="2025-11-30T16:43:28.215" v="74" actId="22"/>
          <ac:spMkLst>
            <pc:docMk/>
            <pc:sldMk cId="2910101464" sldId="310"/>
            <ac:spMk id="3" creationId="{A6133B10-E8B6-AA0D-18B2-64BEBE519F22}"/>
          </ac:spMkLst>
        </pc:spChg>
      </pc:sldChg>
      <pc:sldChg chg="addSp new mod">
        <pc:chgData name="Pavithra Yuvaraj" userId="c9a9934f14c5a20d" providerId="LiveId" clId="{9D138E8F-448E-4B68-9B20-929C3F7066AC}" dt="2025-11-30T16:43:44.322" v="76" actId="22"/>
        <pc:sldMkLst>
          <pc:docMk/>
          <pc:sldMk cId="3755645630" sldId="311"/>
        </pc:sldMkLst>
        <pc:spChg chg="add">
          <ac:chgData name="Pavithra Yuvaraj" userId="c9a9934f14c5a20d" providerId="LiveId" clId="{9D138E8F-448E-4B68-9B20-929C3F7066AC}" dt="2025-11-30T16:43:44.322" v="76" actId="22"/>
          <ac:spMkLst>
            <pc:docMk/>
            <pc:sldMk cId="3755645630" sldId="311"/>
            <ac:spMk id="3" creationId="{B7883921-1C9A-6558-7843-3FA4ED82ACE3}"/>
          </ac:spMkLst>
        </pc:spChg>
      </pc:sldChg>
      <pc:sldChg chg="addSp new mod">
        <pc:chgData name="Pavithra Yuvaraj" userId="c9a9934f14c5a20d" providerId="LiveId" clId="{9D138E8F-448E-4B68-9B20-929C3F7066AC}" dt="2025-11-30T16:44:00.523" v="78" actId="22"/>
        <pc:sldMkLst>
          <pc:docMk/>
          <pc:sldMk cId="2644584590" sldId="312"/>
        </pc:sldMkLst>
        <pc:spChg chg="add">
          <ac:chgData name="Pavithra Yuvaraj" userId="c9a9934f14c5a20d" providerId="LiveId" clId="{9D138E8F-448E-4B68-9B20-929C3F7066AC}" dt="2025-11-30T16:44:00.523" v="78" actId="22"/>
          <ac:spMkLst>
            <pc:docMk/>
            <pc:sldMk cId="2644584590" sldId="312"/>
            <ac:spMk id="3" creationId="{6DACA55F-8124-2386-08B6-155FBFA5B380}"/>
          </ac:spMkLst>
        </pc:spChg>
      </pc:sldChg>
      <pc:sldChg chg="addSp new mod">
        <pc:chgData name="Pavithra Yuvaraj" userId="c9a9934f14c5a20d" providerId="LiveId" clId="{9D138E8F-448E-4B68-9B20-929C3F7066AC}" dt="2025-11-30T16:44:15.007" v="80" actId="22"/>
        <pc:sldMkLst>
          <pc:docMk/>
          <pc:sldMk cId="1896259034" sldId="313"/>
        </pc:sldMkLst>
        <pc:spChg chg="add">
          <ac:chgData name="Pavithra Yuvaraj" userId="c9a9934f14c5a20d" providerId="LiveId" clId="{9D138E8F-448E-4B68-9B20-929C3F7066AC}" dt="2025-11-30T16:44:15.007" v="80" actId="22"/>
          <ac:spMkLst>
            <pc:docMk/>
            <pc:sldMk cId="1896259034" sldId="313"/>
            <ac:spMk id="3" creationId="{5EC38289-EFCB-D979-2532-F205541304E1}"/>
          </ac:spMkLst>
        </pc:spChg>
      </pc:sldChg>
      <pc:sldChg chg="addSp new mod">
        <pc:chgData name="Pavithra Yuvaraj" userId="c9a9934f14c5a20d" providerId="LiveId" clId="{9D138E8F-448E-4B68-9B20-929C3F7066AC}" dt="2025-11-30T16:45:21.360" v="82" actId="22"/>
        <pc:sldMkLst>
          <pc:docMk/>
          <pc:sldMk cId="4265371481" sldId="314"/>
        </pc:sldMkLst>
        <pc:spChg chg="add">
          <ac:chgData name="Pavithra Yuvaraj" userId="c9a9934f14c5a20d" providerId="LiveId" clId="{9D138E8F-448E-4B68-9B20-929C3F7066AC}" dt="2025-11-30T16:45:21.360" v="82" actId="22"/>
          <ac:spMkLst>
            <pc:docMk/>
            <pc:sldMk cId="4265371481" sldId="314"/>
            <ac:spMk id="3" creationId="{1C199016-49C0-DC34-7D70-F2C7B08B1FE2}"/>
          </ac:spMkLst>
        </pc:spChg>
      </pc:sldChg>
      <pc:sldChg chg="addSp new mod">
        <pc:chgData name="Pavithra Yuvaraj" userId="c9a9934f14c5a20d" providerId="LiveId" clId="{9D138E8F-448E-4B68-9B20-929C3F7066AC}" dt="2025-11-30T16:45:34.915" v="84" actId="22"/>
        <pc:sldMkLst>
          <pc:docMk/>
          <pc:sldMk cId="394974423" sldId="315"/>
        </pc:sldMkLst>
        <pc:spChg chg="add">
          <ac:chgData name="Pavithra Yuvaraj" userId="c9a9934f14c5a20d" providerId="LiveId" clId="{9D138E8F-448E-4B68-9B20-929C3F7066AC}" dt="2025-11-30T16:45:34.915" v="84" actId="22"/>
          <ac:spMkLst>
            <pc:docMk/>
            <pc:sldMk cId="394974423" sldId="315"/>
            <ac:spMk id="3" creationId="{F84DB5AF-7EFB-4813-C067-E544E29A37F2}"/>
          </ac:spMkLst>
        </pc:spChg>
      </pc:sldChg>
      <pc:sldChg chg="addSp new mod">
        <pc:chgData name="Pavithra Yuvaraj" userId="c9a9934f14c5a20d" providerId="LiveId" clId="{9D138E8F-448E-4B68-9B20-929C3F7066AC}" dt="2025-11-30T16:46:52.371" v="86" actId="22"/>
        <pc:sldMkLst>
          <pc:docMk/>
          <pc:sldMk cId="1747365902" sldId="316"/>
        </pc:sldMkLst>
        <pc:spChg chg="add">
          <ac:chgData name="Pavithra Yuvaraj" userId="c9a9934f14c5a20d" providerId="LiveId" clId="{9D138E8F-448E-4B68-9B20-929C3F7066AC}" dt="2025-11-30T16:46:52.371" v="86" actId="22"/>
          <ac:spMkLst>
            <pc:docMk/>
            <pc:sldMk cId="1747365902" sldId="316"/>
            <ac:spMk id="3" creationId="{44A108A2-47A4-22BA-D4D2-A53B899212D3}"/>
          </ac:spMkLst>
        </pc:spChg>
      </pc:sldChg>
      <pc:sldChg chg="addSp new mod">
        <pc:chgData name="Pavithra Yuvaraj" userId="c9a9934f14c5a20d" providerId="LiveId" clId="{9D138E8F-448E-4B68-9B20-929C3F7066AC}" dt="2025-11-30T16:47:06.770" v="88" actId="22"/>
        <pc:sldMkLst>
          <pc:docMk/>
          <pc:sldMk cId="1458346559" sldId="317"/>
        </pc:sldMkLst>
        <pc:spChg chg="add">
          <ac:chgData name="Pavithra Yuvaraj" userId="c9a9934f14c5a20d" providerId="LiveId" clId="{9D138E8F-448E-4B68-9B20-929C3F7066AC}" dt="2025-11-30T16:47:06.770" v="88" actId="22"/>
          <ac:spMkLst>
            <pc:docMk/>
            <pc:sldMk cId="1458346559" sldId="317"/>
            <ac:spMk id="3" creationId="{DFBEAEC7-A3B7-EFAB-1788-1A9FE86A9E43}"/>
          </ac:spMkLst>
        </pc:spChg>
      </pc:sldChg>
      <pc:sldChg chg="addSp new mod">
        <pc:chgData name="Pavithra Yuvaraj" userId="c9a9934f14c5a20d" providerId="LiveId" clId="{9D138E8F-448E-4B68-9B20-929C3F7066AC}" dt="2025-11-30T16:47:30.890" v="90" actId="22"/>
        <pc:sldMkLst>
          <pc:docMk/>
          <pc:sldMk cId="2563930434" sldId="318"/>
        </pc:sldMkLst>
        <pc:spChg chg="add">
          <ac:chgData name="Pavithra Yuvaraj" userId="c9a9934f14c5a20d" providerId="LiveId" clId="{9D138E8F-448E-4B68-9B20-929C3F7066AC}" dt="2025-11-30T16:47:30.890" v="90" actId="22"/>
          <ac:spMkLst>
            <pc:docMk/>
            <pc:sldMk cId="2563930434" sldId="318"/>
            <ac:spMk id="3" creationId="{76B2F4FE-B2F8-B532-22EE-A6805BD2D0EA}"/>
          </ac:spMkLst>
        </pc:spChg>
      </pc:sldChg>
      <pc:sldChg chg="addSp new mod">
        <pc:chgData name="Pavithra Yuvaraj" userId="c9a9934f14c5a20d" providerId="LiveId" clId="{9D138E8F-448E-4B68-9B20-929C3F7066AC}" dt="2025-11-30T16:48:22.309" v="92" actId="22"/>
        <pc:sldMkLst>
          <pc:docMk/>
          <pc:sldMk cId="3082835256" sldId="319"/>
        </pc:sldMkLst>
        <pc:picChg chg="add">
          <ac:chgData name="Pavithra Yuvaraj" userId="c9a9934f14c5a20d" providerId="LiveId" clId="{9D138E8F-448E-4B68-9B20-929C3F7066AC}" dt="2025-11-30T16:48:22.309" v="92" actId="22"/>
          <ac:picMkLst>
            <pc:docMk/>
            <pc:sldMk cId="3082835256" sldId="319"/>
            <ac:picMk id="3" creationId="{D5C72C3E-6A0E-5B18-D1FC-78B668DD0CC5}"/>
          </ac:picMkLst>
        </pc:picChg>
      </pc:sldChg>
      <pc:sldChg chg="addSp new mod">
        <pc:chgData name="Pavithra Yuvaraj" userId="c9a9934f14c5a20d" providerId="LiveId" clId="{9D138E8F-448E-4B68-9B20-929C3F7066AC}" dt="2025-11-30T16:48:45.751" v="94" actId="22"/>
        <pc:sldMkLst>
          <pc:docMk/>
          <pc:sldMk cId="1909485129" sldId="320"/>
        </pc:sldMkLst>
        <pc:picChg chg="add">
          <ac:chgData name="Pavithra Yuvaraj" userId="c9a9934f14c5a20d" providerId="LiveId" clId="{9D138E8F-448E-4B68-9B20-929C3F7066AC}" dt="2025-11-30T16:48:45.751" v="94" actId="22"/>
          <ac:picMkLst>
            <pc:docMk/>
            <pc:sldMk cId="1909485129" sldId="320"/>
            <ac:picMk id="3" creationId="{5ACCD633-63FE-BBE9-9F44-A75235477F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56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02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26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61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585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44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431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0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39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218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926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346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92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3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69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672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092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A74B39-5C42-43F9-87F1-76FC53B277C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E5D6C02-D229-4A3C-8CB2-D7488568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58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3A0AF-3173-D1F9-1304-FDE0378E3C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Milestone 2-- </a:t>
            </a:r>
            <a:r>
              <a:rPr lang="en-IN" dirty="0"/>
              <a:t>Education Input &amp; Preprocessing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F1B99-7A47-FA5A-D1D9-13A98C6B8C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Build the interface &amp; backend logic to collect education details → validate → preprocess → store clean data usable by ML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457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E080AF-0C7D-4EB5-1E2A-D0EB86E7B143}"/>
              </a:ext>
            </a:extLst>
          </p:cNvPr>
          <p:cNvSpPr txBox="1"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1 — Introduction to Milestone 2</a:t>
            </a:r>
          </a:p>
          <a:p>
            <a:pPr>
              <a:buNone/>
            </a:pPr>
            <a:r>
              <a:rPr lang="en-US" b="1" dirty="0"/>
              <a:t>Theory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is </a:t>
            </a:r>
            <a:r>
              <a:rPr lang="en-US" i="1" dirty="0"/>
              <a:t>data preprocessing</a:t>
            </a:r>
            <a:r>
              <a:rPr lang="en-US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ML models need clean, encoded, normalized inputs.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preprocessing tasks: encoding, normalization, handling missing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Overview of user education data: degree, specialization, CGPA, year, certifications.</a:t>
            </a:r>
          </a:p>
          <a:p>
            <a:pPr>
              <a:buNone/>
            </a:pPr>
            <a:r>
              <a:rPr lang="en-US" b="1" dirty="0"/>
              <a:t>Hands-on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form structure (UI planning).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List all required input fields.</a:t>
            </a:r>
          </a:p>
          <a:p>
            <a:pPr>
              <a:buNone/>
            </a:pPr>
            <a:r>
              <a:rPr lang="en-US" b="1" dirty="0"/>
              <a:t>Outcome:</a:t>
            </a:r>
            <a:r>
              <a:rPr lang="en-US" dirty="0"/>
              <a:t> Students understand what data needs to be collected &amp; why.</a:t>
            </a:r>
          </a:p>
        </p:txBody>
      </p:sp>
    </p:spTree>
    <p:extLst>
      <p:ext uri="{BB962C8B-B14F-4D97-AF65-F5344CB8AC3E}">
        <p14:creationId xmlns:p14="http://schemas.microsoft.com/office/powerpoint/2010/main" val="3394483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77519B-DAB7-2E8A-5DE0-7D6335D34A11}"/>
              </a:ext>
            </a:extLst>
          </p:cNvPr>
          <p:cNvSpPr txBox="1"/>
          <p:nvPr/>
        </p:nvSpPr>
        <p:spPr>
          <a:xfrm>
            <a:off x="1295399" y="-1464647"/>
            <a:ext cx="10537371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What is Data Preprocessing?</a:t>
            </a:r>
          </a:p>
          <a:p>
            <a:pPr>
              <a:buNone/>
            </a:pPr>
            <a:r>
              <a:rPr lang="en-US" dirty="0"/>
              <a:t>Data preprocessing is the step where we </a:t>
            </a:r>
            <a:r>
              <a:rPr lang="en-US" b="1" dirty="0"/>
              <a:t>clean, format, and transform raw user input</a:t>
            </a:r>
            <a:r>
              <a:rPr lang="en-US" dirty="0"/>
              <a:t> into a form that a machine learning model can understand.</a:t>
            </a:r>
            <a:br>
              <a:rPr lang="en-US" dirty="0"/>
            </a:br>
            <a:r>
              <a:rPr lang="en-US" dirty="0"/>
              <a:t>Raw data → Clean, numerical, structured data.</a:t>
            </a:r>
          </a:p>
          <a:p>
            <a:pPr>
              <a:buNone/>
            </a:pPr>
            <a:r>
              <a:rPr lang="en-US" b="1" dirty="0"/>
              <a:t>2. Why ML Models Need Clean, Encoded, Normalized Inputs?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ML algorithms </a:t>
            </a:r>
            <a:r>
              <a:rPr lang="en-US" b="1" dirty="0"/>
              <a:t>cannot understand text</a:t>
            </a:r>
            <a:r>
              <a:rPr lang="en-US" dirty="0"/>
              <a:t> like “</a:t>
            </a:r>
            <a:r>
              <a:rPr lang="en-US" dirty="0" err="1"/>
              <a:t>B.Tech</a:t>
            </a:r>
            <a:r>
              <a:rPr lang="en-US" dirty="0"/>
              <a:t>”, “CSE”, or “Good CGPA”.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require </a:t>
            </a:r>
            <a:r>
              <a:rPr lang="en-US" b="1" dirty="0"/>
              <a:t>numerical values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data is inconsistent (blank fields, mixed formats), predictions become inaccurate.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Normalization ensures all values fall in a similar range (e.g., CGPA 0–10), helping the model learn better.</a:t>
            </a:r>
          </a:p>
          <a:p>
            <a:pPr>
              <a:buNone/>
            </a:pPr>
            <a:r>
              <a:rPr lang="en-US" b="1" dirty="0"/>
              <a:t>3. Common Preprocessing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Encoding:</a:t>
            </a:r>
            <a:r>
              <a:rPr lang="en-US" dirty="0"/>
              <a:t> Convert text to numbers</a:t>
            </a:r>
            <a:br>
              <a:rPr lang="en-US" dirty="0"/>
            </a:br>
            <a:r>
              <a:rPr lang="en-US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B.Tech</a:t>
            </a:r>
            <a:r>
              <a:rPr lang="en-US" dirty="0"/>
              <a:t> →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M.Tech</a:t>
            </a:r>
            <a:r>
              <a:rPr lang="en-US" dirty="0"/>
              <a:t> →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Normalization:</a:t>
            </a:r>
            <a:r>
              <a:rPr lang="en-US" dirty="0"/>
              <a:t> Scale CGPA or scores to a consistent 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Handling Missing Values: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Fill with averages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“Unknown” category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Prevent errors during prediction</a:t>
            </a:r>
          </a:p>
          <a:p>
            <a:pPr>
              <a:buNone/>
            </a:pPr>
            <a:r>
              <a:rPr lang="en-US" b="1" dirty="0"/>
              <a:t>4. Overview of User Education Data</a:t>
            </a:r>
          </a:p>
          <a:p>
            <a:pPr>
              <a:buNone/>
            </a:pPr>
            <a:r>
              <a:rPr lang="en-US" dirty="0"/>
              <a:t>These fields are required to suggest job roles: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Degree</a:t>
            </a:r>
            <a:r>
              <a:rPr lang="en-US" dirty="0"/>
              <a:t> (</a:t>
            </a:r>
            <a:r>
              <a:rPr lang="en-US" dirty="0" err="1"/>
              <a:t>B.Tech</a:t>
            </a:r>
            <a:r>
              <a:rPr lang="en-US" dirty="0"/>
              <a:t>, </a:t>
            </a:r>
            <a:r>
              <a:rPr lang="en-US" dirty="0" err="1"/>
              <a:t>M.Tech</a:t>
            </a:r>
            <a:r>
              <a:rPr lang="en-US" dirty="0"/>
              <a:t>, BSc,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Specialization</a:t>
            </a:r>
            <a:r>
              <a:rPr lang="en-US" dirty="0"/>
              <a:t> (CSE, ECE, IT, Mechanical,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CGPA / Percentage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Year of Graduation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Certifications</a:t>
            </a:r>
            <a:r>
              <a:rPr lang="en-US" dirty="0"/>
              <a:t> (AI/ML, Java, Python, Cloud, etc.)</a:t>
            </a:r>
          </a:p>
          <a:p>
            <a:pPr>
              <a:buNone/>
            </a:pPr>
            <a:r>
              <a:rPr lang="en-US" dirty="0"/>
              <a:t>This data will later be:</a:t>
            </a:r>
          </a:p>
          <a:p>
            <a:pPr>
              <a:buFont typeface="+mj-lt"/>
              <a:buAutoNum type="arabicPeriod"/>
            </a:pPr>
            <a:r>
              <a:rPr lang="en-US" dirty="0"/>
              <a:t>Validated</a:t>
            </a:r>
          </a:p>
          <a:p>
            <a:pPr>
              <a:buFont typeface="+mj-lt"/>
              <a:buAutoNum type="arabicPeriod"/>
            </a:pPr>
            <a:r>
              <a:rPr lang="en-US" dirty="0"/>
              <a:t>Cleaned</a:t>
            </a:r>
          </a:p>
          <a:p>
            <a:pPr>
              <a:buFont typeface="+mj-lt"/>
              <a:buAutoNum type="arabicPeriod"/>
            </a:pPr>
            <a:r>
              <a:rPr lang="en-US" dirty="0"/>
              <a:t>Encoded</a:t>
            </a:r>
          </a:p>
          <a:p>
            <a:pPr>
              <a:buFont typeface="+mj-lt"/>
              <a:buAutoNum type="arabicPeriod"/>
            </a:pPr>
            <a:r>
              <a:rPr lang="en-US" dirty="0"/>
              <a:t>Sent to ML model for job prediction</a:t>
            </a:r>
          </a:p>
        </p:txBody>
      </p:sp>
    </p:spTree>
    <p:extLst>
      <p:ext uri="{BB962C8B-B14F-4D97-AF65-F5344CB8AC3E}">
        <p14:creationId xmlns:p14="http://schemas.microsoft.com/office/powerpoint/2010/main" val="59127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15FFF1-E787-511C-F696-A2AA4E97B0CE}"/>
              </a:ext>
            </a:extLst>
          </p:cNvPr>
          <p:cNvSpPr txBox="1"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🛠 Hands-On (Quick &amp; Practical)</a:t>
            </a:r>
          </a:p>
          <a:p>
            <a:pPr>
              <a:buNone/>
            </a:pPr>
            <a:r>
              <a:rPr lang="en-US" b="1" dirty="0"/>
              <a:t>1. Design Form Structure (UI Planning)</a:t>
            </a:r>
          </a:p>
          <a:p>
            <a:pPr>
              <a:buNone/>
            </a:pPr>
            <a:r>
              <a:rPr lang="en-US" dirty="0"/>
              <a:t>Students decide: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Layout of the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 types (text field, dropdown, number input, file upload)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Arrangement for user-friendly experience</a:t>
            </a:r>
          </a:p>
          <a:p>
            <a:pPr>
              <a:buNone/>
            </a:pPr>
            <a:r>
              <a:rPr lang="en-US" b="1" dirty="0"/>
              <a:t>2. List All Required Input Fields</a:t>
            </a:r>
          </a:p>
          <a:p>
            <a:pPr>
              <a:buNone/>
            </a:pPr>
            <a:r>
              <a:rPr lang="en-US" dirty="0"/>
              <a:t>Students prepare a list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Degree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CGPA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Graduation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Certifications (optional)</a:t>
            </a:r>
          </a:p>
        </p:txBody>
      </p:sp>
    </p:spTree>
    <p:extLst>
      <p:ext uri="{BB962C8B-B14F-4D97-AF65-F5344CB8AC3E}">
        <p14:creationId xmlns:p14="http://schemas.microsoft.com/office/powerpoint/2010/main" val="2567675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A51D1B-CC87-43B7-A587-1F46B2C3733E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Outcome (End of Day 1)</a:t>
            </a:r>
          </a:p>
          <a:p>
            <a:pPr>
              <a:buNone/>
            </a:pPr>
            <a:r>
              <a:rPr lang="en-US" dirty="0"/>
              <a:t>By the end of Day 1, students clearly understand: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data they need from the user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each field is important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this data will be used later for ML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to plan and design the form UI</a:t>
            </a:r>
          </a:p>
        </p:txBody>
      </p:sp>
    </p:spTree>
    <p:extLst>
      <p:ext uri="{BB962C8B-B14F-4D97-AF65-F5344CB8AC3E}">
        <p14:creationId xmlns:p14="http://schemas.microsoft.com/office/powerpoint/2010/main" val="2927062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7FC858-6858-2161-CB28-C43AFE732461}"/>
              </a:ext>
            </a:extLst>
          </p:cNvPr>
          <p:cNvSpPr txBox="1"/>
          <p:nvPr/>
        </p:nvSpPr>
        <p:spPr>
          <a:xfrm>
            <a:off x="2405743" y="164648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2 — Building Education Input Form (Frontend)</a:t>
            </a:r>
          </a:p>
          <a:p>
            <a:pPr>
              <a:buNone/>
            </a:pPr>
            <a:r>
              <a:rPr lang="en-US" b="1" dirty="0"/>
              <a:t>Theory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Designing forms using React / HTML + Tailwind.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 types: text, dropdowns, radio buttons, number fields.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UX best practices for academic forms.</a:t>
            </a:r>
          </a:p>
          <a:p>
            <a:pPr>
              <a:buNone/>
            </a:pPr>
            <a:r>
              <a:rPr lang="en-US" b="1" dirty="0"/>
              <a:t>Hands-on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Education Details Form UI.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basic state handling (React </a:t>
            </a:r>
            <a:r>
              <a:rPr lang="en-US" dirty="0" err="1"/>
              <a:t>useState</a:t>
            </a:r>
            <a:r>
              <a:rPr lang="en-US" dirty="0"/>
              <a:t> or form libraries).</a:t>
            </a:r>
          </a:p>
          <a:p>
            <a:pPr>
              <a:buNone/>
            </a:pPr>
            <a:r>
              <a:rPr lang="en-US" b="1" dirty="0"/>
              <a:t>Outcome:</a:t>
            </a:r>
            <a:r>
              <a:rPr lang="en-US" dirty="0"/>
              <a:t> Frontend form created.</a:t>
            </a:r>
          </a:p>
        </p:txBody>
      </p:sp>
    </p:spTree>
    <p:extLst>
      <p:ext uri="{BB962C8B-B14F-4D97-AF65-F5344CB8AC3E}">
        <p14:creationId xmlns:p14="http://schemas.microsoft.com/office/powerpoint/2010/main" val="329993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2DE47C-EA68-3453-2096-7E53DF0FAA93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Designing Forms Using React / HTML + Tailwind</a:t>
            </a:r>
          </a:p>
          <a:p>
            <a:pPr>
              <a:buNone/>
            </a:pPr>
            <a:r>
              <a:rPr lang="en-IN" dirty="0"/>
              <a:t>Students learn how to create user-friendly forms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HTML form elements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React components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Tailwind CSS</a:t>
            </a:r>
            <a:r>
              <a:rPr lang="en-IN" dirty="0"/>
              <a:t> for styling</a:t>
            </a:r>
          </a:p>
          <a:p>
            <a:pPr>
              <a:buNone/>
            </a:pPr>
            <a:r>
              <a:rPr lang="en-IN" dirty="0"/>
              <a:t>Key concepts: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Reusable input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Controlled vs uncontrolled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Layout using flex/grid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Tailwind utility classes for spacing, labels, responsiveness</a:t>
            </a:r>
          </a:p>
        </p:txBody>
      </p:sp>
    </p:spTree>
    <p:extLst>
      <p:ext uri="{BB962C8B-B14F-4D97-AF65-F5344CB8AC3E}">
        <p14:creationId xmlns:p14="http://schemas.microsoft.com/office/powerpoint/2010/main" val="333556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EE91A5-8E7B-CDD9-4FA2-B1FAA9CFD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41" y="1042654"/>
            <a:ext cx="8726118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41F7BB-64BD-7A65-E1F4-8E4EEA474897}"/>
              </a:ext>
            </a:extLst>
          </p:cNvPr>
          <p:cNvSpPr txBox="1"/>
          <p:nvPr/>
        </p:nvSpPr>
        <p:spPr>
          <a:xfrm>
            <a:off x="3048000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Additional input types: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Radio buttons</a:t>
            </a:r>
            <a:r>
              <a:rPr lang="en-US" dirty="0"/>
              <a:t> (Full-time / Part-time)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Textarea</a:t>
            </a:r>
            <a:r>
              <a:rPr lang="en-US" dirty="0"/>
              <a:t> (Optional notes/courses)</a:t>
            </a:r>
          </a:p>
        </p:txBody>
      </p:sp>
    </p:spTree>
    <p:extLst>
      <p:ext uri="{BB962C8B-B14F-4D97-AF65-F5344CB8AC3E}">
        <p14:creationId xmlns:p14="http://schemas.microsoft.com/office/powerpoint/2010/main" val="3054806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8278FF-4D84-C224-72D3-7E607513CD61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UX Best Practices for Academic 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dropdowns</a:t>
            </a:r>
            <a:r>
              <a:rPr lang="en-US" dirty="0"/>
              <a:t> for predictable fields (degree, specialization).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Place </a:t>
            </a:r>
            <a:r>
              <a:rPr lang="en-US" b="1" dirty="0"/>
              <a:t>labels above inputs</a:t>
            </a:r>
            <a:r>
              <a:rPr lang="en-US" dirty="0"/>
              <a:t> for clarity.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 related fields together (e.g., Academic Information section).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 too many text fields—use structured inputs.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hints or placeholders (e.g., “Enter CGPA out of 10”).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the form is responsive and mobile-friendly.</a:t>
            </a:r>
          </a:p>
        </p:txBody>
      </p:sp>
    </p:spTree>
    <p:extLst>
      <p:ext uri="{BB962C8B-B14F-4D97-AF65-F5344CB8AC3E}">
        <p14:creationId xmlns:p14="http://schemas.microsoft.com/office/powerpoint/2010/main" val="55675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33C9C4-9874-928C-9350-70AD7E0A8833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🛠 Hands-On (Practical Work)</a:t>
            </a:r>
          </a:p>
          <a:p>
            <a:pPr>
              <a:buNone/>
            </a:pPr>
            <a:r>
              <a:rPr lang="en-IN" b="1" dirty="0"/>
              <a:t>1. Create Education Details Form UI</a:t>
            </a:r>
          </a:p>
          <a:p>
            <a:pPr>
              <a:buNone/>
            </a:pPr>
            <a:r>
              <a:rPr lang="en-IN" dirty="0"/>
              <a:t>Students build the actual form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Degree dropdown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Specialization dropdown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CGPA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Year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Certifications text field</a:t>
            </a:r>
          </a:p>
          <a:p>
            <a:pPr>
              <a:buNone/>
            </a:pPr>
            <a:r>
              <a:rPr lang="en-IN" dirty="0"/>
              <a:t>Use basic Tailwind classes: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&lt;div class="flex flex-col gap-4 p-4"&gt;</a:t>
            </a:r>
          </a:p>
        </p:txBody>
      </p:sp>
    </p:spTree>
    <p:extLst>
      <p:ext uri="{BB962C8B-B14F-4D97-AF65-F5344CB8AC3E}">
        <p14:creationId xmlns:p14="http://schemas.microsoft.com/office/powerpoint/2010/main" val="636184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8BA877-A61C-64A9-9E32-457A87A6D91F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Add Basic State Handling</a:t>
            </a:r>
          </a:p>
          <a:p>
            <a:pPr>
              <a:buNone/>
            </a:pPr>
            <a:r>
              <a:rPr lang="en-IN" dirty="0"/>
              <a:t>Using </a:t>
            </a:r>
            <a:r>
              <a:rPr lang="en-IN" b="1" dirty="0"/>
              <a:t>React </a:t>
            </a:r>
            <a:r>
              <a:rPr lang="en-IN" b="1" dirty="0" err="1"/>
              <a:t>useState</a:t>
            </a:r>
            <a:r>
              <a:rPr lang="en-IN" dirty="0"/>
              <a:t>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[degree, </a:t>
            </a:r>
            <a:r>
              <a:rPr lang="en-IN" dirty="0" err="1">
                <a:latin typeface="Courier New" panose="02070309020205020404" pitchFamily="49" charset="0"/>
              </a:rPr>
              <a:t>setDegree</a:t>
            </a:r>
            <a:r>
              <a:rPr lang="en-IN" dirty="0">
                <a:latin typeface="Courier New" panose="02070309020205020404" pitchFamily="49" charset="0"/>
              </a:rPr>
              <a:t>] = </a:t>
            </a:r>
            <a:r>
              <a:rPr lang="en-IN" dirty="0" err="1">
                <a:latin typeface="Courier New" panose="02070309020205020404" pitchFamily="49" charset="0"/>
              </a:rPr>
              <a:t>useState</a:t>
            </a:r>
            <a:r>
              <a:rPr lang="en-IN" dirty="0">
                <a:latin typeface="Courier New" panose="02070309020205020404" pitchFamily="49" charset="0"/>
              </a:rPr>
              <a:t>("");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[specialization, </a:t>
            </a:r>
            <a:r>
              <a:rPr lang="en-IN" dirty="0" err="1">
                <a:latin typeface="Courier New" panose="02070309020205020404" pitchFamily="49" charset="0"/>
              </a:rPr>
              <a:t>setSpecialization</a:t>
            </a:r>
            <a:r>
              <a:rPr lang="en-IN" dirty="0">
                <a:latin typeface="Courier New" panose="02070309020205020404" pitchFamily="49" charset="0"/>
              </a:rPr>
              <a:t>] = </a:t>
            </a:r>
            <a:r>
              <a:rPr lang="en-IN" dirty="0" err="1">
                <a:latin typeface="Courier New" panose="02070309020205020404" pitchFamily="49" charset="0"/>
              </a:rPr>
              <a:t>useState</a:t>
            </a:r>
            <a:r>
              <a:rPr lang="en-IN" dirty="0">
                <a:latin typeface="Courier New" panose="02070309020205020404" pitchFamily="49" charset="0"/>
              </a:rPr>
              <a:t>("");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[</a:t>
            </a:r>
            <a:r>
              <a:rPr lang="en-IN" dirty="0" err="1">
                <a:latin typeface="Courier New" panose="02070309020205020404" pitchFamily="49" charset="0"/>
              </a:rPr>
              <a:t>cgpa</a:t>
            </a:r>
            <a:r>
              <a:rPr lang="en-IN" dirty="0">
                <a:latin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</a:rPr>
              <a:t>setCgpa</a:t>
            </a:r>
            <a:r>
              <a:rPr lang="en-IN" dirty="0">
                <a:latin typeface="Courier New" panose="02070309020205020404" pitchFamily="49" charset="0"/>
              </a:rPr>
              <a:t>] = </a:t>
            </a:r>
            <a:r>
              <a:rPr lang="en-IN" dirty="0" err="1">
                <a:latin typeface="Courier New" panose="02070309020205020404" pitchFamily="49" charset="0"/>
              </a:rPr>
              <a:t>useState</a:t>
            </a:r>
            <a:r>
              <a:rPr lang="en-IN" dirty="0">
                <a:latin typeface="Courier New" panose="02070309020205020404" pitchFamily="49" charset="0"/>
              </a:rPr>
              <a:t>("");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[year, </a:t>
            </a:r>
            <a:r>
              <a:rPr lang="en-IN" dirty="0" err="1">
                <a:latin typeface="Courier New" panose="02070309020205020404" pitchFamily="49" charset="0"/>
              </a:rPr>
              <a:t>setYear</a:t>
            </a:r>
            <a:r>
              <a:rPr lang="en-IN" dirty="0">
                <a:latin typeface="Courier New" panose="02070309020205020404" pitchFamily="49" charset="0"/>
              </a:rPr>
              <a:t>] = </a:t>
            </a:r>
            <a:r>
              <a:rPr lang="en-IN" dirty="0" err="1">
                <a:latin typeface="Courier New" panose="02070309020205020404" pitchFamily="49" charset="0"/>
              </a:rPr>
              <a:t>useState</a:t>
            </a:r>
            <a:r>
              <a:rPr lang="en-IN" dirty="0">
                <a:latin typeface="Courier New" panose="02070309020205020404" pitchFamily="49" charset="0"/>
              </a:rPr>
              <a:t>("");</a:t>
            </a:r>
          </a:p>
          <a:p>
            <a:pPr>
              <a:buNone/>
            </a:pPr>
            <a:r>
              <a:rPr lang="en-IN" dirty="0"/>
              <a:t>Or using a form library (optional):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Formik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React Hook Form</a:t>
            </a:r>
          </a:p>
          <a:p>
            <a:pPr>
              <a:buNone/>
            </a:pPr>
            <a:r>
              <a:rPr lang="en-IN" dirty="0"/>
              <a:t>Students connect each input → state variable.</a:t>
            </a:r>
          </a:p>
        </p:txBody>
      </p:sp>
    </p:spTree>
    <p:extLst>
      <p:ext uri="{BB962C8B-B14F-4D97-AF65-F5344CB8AC3E}">
        <p14:creationId xmlns:p14="http://schemas.microsoft.com/office/powerpoint/2010/main" val="555893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79135-D8C7-349D-A4C7-DA1EF0C87D69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Outcome (End of Day 2)</a:t>
            </a:r>
          </a:p>
          <a:p>
            <a:pPr>
              <a:buNone/>
            </a:pPr>
            <a:r>
              <a:rPr lang="en-US" dirty="0"/>
              <a:t>By the end of Day 2: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clean, user-friendly Education Input Form UI is created.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Basic state handling is working (form fields store values).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Form is visually structured with Tailwind CSS.</a:t>
            </a:r>
          </a:p>
          <a:p>
            <a:pPr>
              <a:buNone/>
            </a:pPr>
            <a:r>
              <a:rPr lang="en-US" dirty="0"/>
              <a:t>The form is now ready for </a:t>
            </a:r>
            <a:r>
              <a:rPr lang="en-US" b="1" dirty="0"/>
              <a:t>Day 3: Validation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8755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91630A-D818-4ABE-A9A2-49D59AFE15CE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3 — Form Validation Basics</a:t>
            </a:r>
          </a:p>
          <a:p>
            <a:pPr>
              <a:buNone/>
            </a:pPr>
            <a:r>
              <a:rPr lang="en-US" b="1" dirty="0"/>
              <a:t>Theory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is validation?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Client-side</a:t>
            </a:r>
            <a:r>
              <a:rPr lang="en-US" dirty="0"/>
              <a:t> (instant feedback)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Server-side</a:t>
            </a:r>
            <a:r>
              <a:rPr lang="en-US" dirty="0"/>
              <a:t> (security &amp; consistency)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Required fields, numeric range checks (CGPA 0–10), date validation.</a:t>
            </a:r>
          </a:p>
          <a:p>
            <a:pPr>
              <a:buNone/>
            </a:pPr>
            <a:r>
              <a:rPr lang="en-US" b="1" dirty="0"/>
              <a:t>Hands-on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validation for each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 error messages below fields.</a:t>
            </a:r>
          </a:p>
          <a:p>
            <a:pPr>
              <a:buNone/>
            </a:pPr>
            <a:r>
              <a:rPr lang="en-US" b="1" dirty="0"/>
              <a:t>Outcome:</a:t>
            </a:r>
            <a:r>
              <a:rPr lang="en-US" dirty="0"/>
              <a:t> Clean, validated data on frontend.</a:t>
            </a:r>
          </a:p>
        </p:txBody>
      </p:sp>
    </p:spTree>
    <p:extLst>
      <p:ext uri="{BB962C8B-B14F-4D97-AF65-F5344CB8AC3E}">
        <p14:creationId xmlns:p14="http://schemas.microsoft.com/office/powerpoint/2010/main" val="90628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86AE04-B4B3-465C-CB81-362456FE5130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What is Validation?</a:t>
            </a:r>
          </a:p>
          <a:p>
            <a:pPr>
              <a:buNone/>
            </a:pPr>
            <a:r>
              <a:rPr lang="en-US" dirty="0"/>
              <a:t>Validation is the process of </a:t>
            </a:r>
            <a:r>
              <a:rPr lang="en-US" b="1" dirty="0"/>
              <a:t>checking whether the user's input is correct, complete, and in the right format</a:t>
            </a:r>
            <a:r>
              <a:rPr lang="en-US" dirty="0"/>
              <a:t> before submitting it to the backend.</a:t>
            </a:r>
          </a:p>
          <a:p>
            <a:pPr>
              <a:buNone/>
            </a:pPr>
            <a:r>
              <a:rPr lang="en-US" dirty="0"/>
              <a:t>It helps ensure: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Accurate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Consistent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errors or invalid entries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4252089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97E851-0B0E-869E-1870-17B4BD772215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Types of Validation</a:t>
            </a:r>
          </a:p>
          <a:p>
            <a:pPr>
              <a:buNone/>
            </a:pPr>
            <a:r>
              <a:rPr lang="en-US" b="1" dirty="0"/>
              <a:t>A. Client-Side Validation (Frontend)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Happens instantly in the browser.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Gives quick feedback to the user.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“CGPA must be between 0 and 10”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“Degree field cannot be empty”</a:t>
            </a:r>
          </a:p>
          <a:p>
            <a:pPr>
              <a:buNone/>
            </a:pPr>
            <a:r>
              <a:rPr lang="en-US" b="1" dirty="0"/>
              <a:t>Purpose:</a:t>
            </a:r>
            <a:r>
              <a:rPr lang="en-US" dirty="0"/>
              <a:t> Improve UX and reduce incorrect submissions.</a:t>
            </a:r>
          </a:p>
        </p:txBody>
      </p:sp>
    </p:spTree>
    <p:extLst>
      <p:ext uri="{BB962C8B-B14F-4D97-AF65-F5344CB8AC3E}">
        <p14:creationId xmlns:p14="http://schemas.microsoft.com/office/powerpoint/2010/main" val="3439935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981A15-99E6-BBBD-8992-525C543DA1D7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B. Server-Side Validation (Backend)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Happens after the data is sent to the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the data is safe and trustworthy.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Tampering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Invalid formats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Security issues</a:t>
            </a:r>
          </a:p>
          <a:p>
            <a:pPr>
              <a:buNone/>
            </a:pPr>
            <a:r>
              <a:rPr lang="en-US" b="1" dirty="0"/>
              <a:t>Purpose:</a:t>
            </a:r>
            <a:r>
              <a:rPr lang="en-US" dirty="0"/>
              <a:t> Ensure system reliability and database safety.</a:t>
            </a:r>
          </a:p>
        </p:txBody>
      </p:sp>
    </p:spTree>
    <p:extLst>
      <p:ext uri="{BB962C8B-B14F-4D97-AF65-F5344CB8AC3E}">
        <p14:creationId xmlns:p14="http://schemas.microsoft.com/office/powerpoint/2010/main" val="2584198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99A0BE-DEE6-3563-D15D-C0B8D59F444B}"/>
              </a:ext>
            </a:extLst>
          </p:cNvPr>
          <p:cNvSpPr txBox="1"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Common Validation Checks for Education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Required fields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Degree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Specialization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Year of graduation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Numeric checks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CGPA must be between </a:t>
            </a:r>
            <a:r>
              <a:rPr lang="en-US" b="1" dirty="0"/>
              <a:t>0 and 10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Year must be a valid 4-digit number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Date validation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Graduation year cannot be in the future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Year must be ≥ 2000 for most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String validation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special symbols in name/specialization</a:t>
            </a:r>
          </a:p>
        </p:txBody>
      </p:sp>
    </p:spTree>
    <p:extLst>
      <p:ext uri="{BB962C8B-B14F-4D97-AF65-F5344CB8AC3E}">
        <p14:creationId xmlns:p14="http://schemas.microsoft.com/office/powerpoint/2010/main" val="1795496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35E322-ABFC-89A8-486A-A381AF065E1E}"/>
              </a:ext>
            </a:extLst>
          </p:cNvPr>
          <p:cNvSpPr txBox="1"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🛠 Hands-On (Practical Work)</a:t>
            </a:r>
          </a:p>
          <a:p>
            <a:pPr>
              <a:buNone/>
            </a:pPr>
            <a:r>
              <a:rPr lang="en-US" b="1" dirty="0"/>
              <a:t>1. Implement Validation for Each Input</a:t>
            </a:r>
          </a:p>
          <a:p>
            <a:pPr>
              <a:buNone/>
            </a:pPr>
            <a:r>
              <a:rPr lang="en-US" dirty="0"/>
              <a:t>Students write code like: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(!degree) </a:t>
            </a:r>
            <a:r>
              <a:rPr lang="en-US" dirty="0" err="1">
                <a:latin typeface="Courier New" panose="02070309020205020404" pitchFamily="49" charset="0"/>
              </a:rPr>
              <a:t>setError</a:t>
            </a:r>
            <a:r>
              <a:rPr lang="en-US" dirty="0">
                <a:latin typeface="Courier New" panose="02070309020205020404" pitchFamily="49" charset="0"/>
              </a:rPr>
              <a:t>("Degree is required");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(</a:t>
            </a:r>
            <a:r>
              <a:rPr lang="en-US" dirty="0" err="1">
                <a:latin typeface="Courier New" panose="02070309020205020404" pitchFamily="49" charset="0"/>
              </a:rPr>
              <a:t>cgpa</a:t>
            </a:r>
            <a:r>
              <a:rPr lang="en-US" dirty="0">
                <a:latin typeface="Courier New" panose="02070309020205020404" pitchFamily="49" charset="0"/>
              </a:rPr>
              <a:t> &lt; 0 || </a:t>
            </a:r>
            <a:r>
              <a:rPr lang="en-US" dirty="0" err="1">
                <a:latin typeface="Courier New" panose="02070309020205020404" pitchFamily="49" charset="0"/>
              </a:rPr>
              <a:t>cgpa</a:t>
            </a:r>
            <a:r>
              <a:rPr lang="en-US" dirty="0">
                <a:latin typeface="Courier New" panose="02070309020205020404" pitchFamily="49" charset="0"/>
              </a:rPr>
              <a:t> &gt; 10) </a:t>
            </a:r>
            <a:r>
              <a:rPr lang="en-US" dirty="0" err="1">
                <a:latin typeface="Courier New" panose="02070309020205020404" pitchFamily="49" charset="0"/>
              </a:rPr>
              <a:t>setError</a:t>
            </a:r>
            <a:r>
              <a:rPr lang="en-US" dirty="0">
                <a:latin typeface="Courier New" panose="02070309020205020404" pitchFamily="49" charset="0"/>
              </a:rPr>
              <a:t>("CGPA must be between 0 and 10");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(year &lt; 2000 || year &gt; </a:t>
            </a:r>
            <a:r>
              <a:rPr lang="en-US" dirty="0" err="1">
                <a:latin typeface="Courier New" panose="02070309020205020404" pitchFamily="49" charset="0"/>
              </a:rPr>
              <a:t>currentYear</a:t>
            </a:r>
            <a:r>
              <a:rPr lang="en-US" dirty="0">
                <a:latin typeface="Courier New" panose="02070309020205020404" pitchFamily="49" charset="0"/>
              </a:rPr>
              <a:t>) </a:t>
            </a:r>
            <a:r>
              <a:rPr lang="en-US" dirty="0" err="1">
                <a:latin typeface="Courier New" panose="02070309020205020404" pitchFamily="49" charset="0"/>
              </a:rPr>
              <a:t>setError</a:t>
            </a:r>
            <a:r>
              <a:rPr lang="en-US" dirty="0">
                <a:latin typeface="Courier New" panose="02070309020205020404" pitchFamily="49" charset="0"/>
              </a:rPr>
              <a:t>("Invalid graduation year");</a:t>
            </a:r>
          </a:p>
          <a:p>
            <a:pPr>
              <a:buNone/>
            </a:pPr>
            <a:r>
              <a:rPr lang="en-US" b="1" dirty="0"/>
              <a:t>2. Show Error Messages Below Fields</a:t>
            </a:r>
          </a:p>
          <a:p>
            <a:pPr>
              <a:buNone/>
            </a:pPr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“Please enter your specialization”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“CGPA must be a number between 0 and 10”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“Year of graduation is not valid”</a:t>
            </a:r>
          </a:p>
          <a:p>
            <a:pPr>
              <a:buNone/>
            </a:pPr>
            <a:r>
              <a:rPr lang="en-US" dirty="0"/>
              <a:t>Tailwind 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&lt;p class="text-red-500 text-</a:t>
            </a:r>
            <a:r>
              <a:rPr lang="en-US" dirty="0" err="1">
                <a:latin typeface="Courier New" panose="02070309020205020404" pitchFamily="49" charset="0"/>
              </a:rPr>
              <a:t>sm</a:t>
            </a:r>
            <a:r>
              <a:rPr lang="en-US" dirty="0">
                <a:latin typeface="Courier New" panose="02070309020205020404" pitchFamily="49" charset="0"/>
              </a:rPr>
              <a:t> mt-1"&gt;CGPA must be between 0 and 10&lt;/p&gt;</a:t>
            </a:r>
          </a:p>
        </p:txBody>
      </p:sp>
    </p:spTree>
    <p:extLst>
      <p:ext uri="{BB962C8B-B14F-4D97-AF65-F5344CB8AC3E}">
        <p14:creationId xmlns:p14="http://schemas.microsoft.com/office/powerpoint/2010/main" val="3557264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7C4A0E-F9CE-F039-BA31-E861BAE70CEF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🎯 Outcome (End of Day 3)</a:t>
            </a:r>
          </a:p>
          <a:p>
            <a:pPr>
              <a:buNone/>
            </a:pPr>
            <a:r>
              <a:rPr lang="en-US" dirty="0"/>
              <a:t>By the end of Day 3: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Students understand frontend &amp; backend validation.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Form fields display clear error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</a:t>
            </a:r>
            <a:r>
              <a:rPr lang="en-US" b="1" dirty="0"/>
              <a:t>correct, clean, validated data</a:t>
            </a:r>
            <a:r>
              <a:rPr lang="en-US" dirty="0"/>
              <a:t> is sent to the backend.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Education Input Form becomes reliable and user-friendly.</a:t>
            </a:r>
          </a:p>
        </p:txBody>
      </p:sp>
    </p:spTree>
    <p:extLst>
      <p:ext uri="{BB962C8B-B14F-4D97-AF65-F5344CB8AC3E}">
        <p14:creationId xmlns:p14="http://schemas.microsoft.com/office/powerpoint/2010/main" val="2348386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283BF3-452D-CE93-5991-648101255C37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4 — API Design for Submitting Education Details</a:t>
            </a:r>
          </a:p>
          <a:p>
            <a:pPr>
              <a:buNone/>
            </a:pPr>
            <a:r>
              <a:rPr lang="en-IN" b="1" dirty="0"/>
              <a:t>Theory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HTTP Methods: POST for submitting user education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Designing Request &amp; Response Body.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What is schema validation? (Zod / Joi concepts)</a:t>
            </a:r>
          </a:p>
          <a:p>
            <a:pPr>
              <a:buNone/>
            </a:pPr>
            <a:r>
              <a:rPr lang="en-IN" b="1" dirty="0"/>
              <a:t>Hands-on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 API endpoint: </a:t>
            </a:r>
            <a:r>
              <a:rPr lang="en-IN" dirty="0">
                <a:latin typeface="Courier New" panose="02070309020205020404" pitchFamily="49" charset="0"/>
              </a:rPr>
              <a:t>/education/add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Send data from frontend → backend.</a:t>
            </a:r>
          </a:p>
          <a:p>
            <a:pPr>
              <a:buNone/>
            </a:pPr>
            <a:r>
              <a:rPr lang="en-IN" b="1" dirty="0"/>
              <a:t>Outcome:</a:t>
            </a:r>
            <a:r>
              <a:rPr lang="en-IN" dirty="0"/>
              <a:t> API integration ready.</a:t>
            </a:r>
          </a:p>
        </p:txBody>
      </p:sp>
    </p:spTree>
    <p:extLst>
      <p:ext uri="{BB962C8B-B14F-4D97-AF65-F5344CB8AC3E}">
        <p14:creationId xmlns:p14="http://schemas.microsoft.com/office/powerpoint/2010/main" val="4147132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74590-C237-4A82-E558-3E81F1B560F5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HTTP Methods (POST for Submitting Data)</a:t>
            </a:r>
          </a:p>
          <a:p>
            <a:pPr>
              <a:buNone/>
            </a:pPr>
            <a:r>
              <a:rPr lang="en-US" dirty="0"/>
              <a:t>In backend development, </a:t>
            </a:r>
            <a:r>
              <a:rPr lang="en-US" b="1" dirty="0"/>
              <a:t>HTTP methods</a:t>
            </a:r>
            <a:r>
              <a:rPr lang="en-US" dirty="0"/>
              <a:t> define what action the API performs.</a:t>
            </a:r>
          </a:p>
          <a:p>
            <a:pPr>
              <a:buNone/>
            </a:pPr>
            <a:r>
              <a:rPr lang="en-US" dirty="0"/>
              <a:t>For submitting new user education data: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use </a:t>
            </a:r>
            <a:r>
              <a:rPr lang="en-US" b="1" dirty="0"/>
              <a:t>POST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Because POST is meant for </a:t>
            </a:r>
            <a:r>
              <a:rPr lang="en-US" b="1" dirty="0"/>
              <a:t>creating new data entries</a:t>
            </a:r>
            <a:r>
              <a:rPr lang="en-US" dirty="0"/>
              <a:t> in the backend/system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POST /education/add</a:t>
            </a:r>
          </a:p>
          <a:p>
            <a:pPr>
              <a:buNone/>
            </a:pPr>
            <a:r>
              <a:rPr lang="en-US" dirty="0"/>
              <a:t>The frontend sends user-entered education details → backend → stored in database.</a:t>
            </a:r>
          </a:p>
        </p:txBody>
      </p:sp>
    </p:spTree>
    <p:extLst>
      <p:ext uri="{BB962C8B-B14F-4D97-AF65-F5344CB8AC3E}">
        <p14:creationId xmlns:p14="http://schemas.microsoft.com/office/powerpoint/2010/main" val="508152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35A316-4CA3-F706-0E5F-5698E9282EFB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Designing Request &amp; Response Body</a:t>
            </a:r>
          </a:p>
          <a:p>
            <a:pPr>
              <a:buNone/>
            </a:pPr>
            <a:r>
              <a:rPr lang="en-US" dirty="0"/>
              <a:t>For a good API, both </a:t>
            </a:r>
            <a:r>
              <a:rPr lang="en-US" b="1" dirty="0"/>
              <a:t>input (request body)</a:t>
            </a:r>
            <a:r>
              <a:rPr lang="en-US" dirty="0"/>
              <a:t> and </a:t>
            </a:r>
            <a:r>
              <a:rPr lang="en-US" b="1" dirty="0"/>
              <a:t>output (response body)</a:t>
            </a:r>
            <a:r>
              <a:rPr lang="en-US" dirty="0"/>
              <a:t> must be well-structured.</a:t>
            </a:r>
          </a:p>
          <a:p>
            <a:pPr>
              <a:buNone/>
            </a:pPr>
            <a:r>
              <a:rPr lang="en-US" b="1" dirty="0"/>
              <a:t>Request Body Example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"degree": "</a:t>
            </a:r>
            <a:r>
              <a:rPr lang="en-US" dirty="0" err="1">
                <a:latin typeface="Courier New" panose="02070309020205020404" pitchFamily="49" charset="0"/>
              </a:rPr>
              <a:t>B.Tech</a:t>
            </a:r>
            <a:r>
              <a:rPr lang="en-US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"specialization": "CSE",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</a:t>
            </a:r>
            <a:r>
              <a:rPr lang="en-US" dirty="0" err="1">
                <a:latin typeface="Courier New" panose="02070309020205020404" pitchFamily="49" charset="0"/>
              </a:rPr>
              <a:t>cgpa</a:t>
            </a:r>
            <a:r>
              <a:rPr lang="en-US" dirty="0">
                <a:latin typeface="Courier New" panose="02070309020205020404" pitchFamily="49" charset="0"/>
              </a:rPr>
              <a:t>": 8.2,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</a:t>
            </a:r>
            <a:r>
              <a:rPr lang="en-US" dirty="0" err="1">
                <a:latin typeface="Courier New" panose="02070309020205020404" pitchFamily="49" charset="0"/>
              </a:rPr>
              <a:t>yearOfGraduation</a:t>
            </a:r>
            <a:r>
              <a:rPr lang="en-US" dirty="0">
                <a:latin typeface="Courier New" panose="02070309020205020404" pitchFamily="49" charset="0"/>
              </a:rPr>
              <a:t>": 2024,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"university": "Anna University"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8148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483566-C66F-48D4-D069-DADF8AEC18C6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Response Body Example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"success": true,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"message": "Education details added successfully",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"data":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"id": 17,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"degree": "</a:t>
            </a:r>
            <a:r>
              <a:rPr lang="en-US" dirty="0" err="1">
                <a:latin typeface="Courier New" panose="02070309020205020404" pitchFamily="49" charset="0"/>
              </a:rPr>
              <a:t>B.Tech</a:t>
            </a:r>
            <a:r>
              <a:rPr lang="en-US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"specialization": "CSE"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dirty="0"/>
              <a:t>You  learn how to design clean, predictable API structures.</a:t>
            </a:r>
          </a:p>
        </p:txBody>
      </p:sp>
    </p:spTree>
    <p:extLst>
      <p:ext uri="{BB962C8B-B14F-4D97-AF65-F5344CB8AC3E}">
        <p14:creationId xmlns:p14="http://schemas.microsoft.com/office/powerpoint/2010/main" val="8532410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8375D3-8079-813F-3BCD-31CD803E61C5}"/>
              </a:ext>
            </a:extLst>
          </p:cNvPr>
          <p:cNvSpPr txBox="1"/>
          <p:nvPr/>
        </p:nvSpPr>
        <p:spPr>
          <a:xfrm>
            <a:off x="3048000" y="889844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What is Schema Validation? (Zod / Joi Concepts)</a:t>
            </a:r>
          </a:p>
          <a:p>
            <a:pPr>
              <a:buNone/>
            </a:pPr>
            <a:r>
              <a:rPr lang="en-IN" b="1" dirty="0"/>
              <a:t>Schema validation</a:t>
            </a:r>
            <a:r>
              <a:rPr lang="en-IN" dirty="0"/>
              <a:t> ensures that the data sent by frontend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Correct type (string / number)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Within allowed 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Required fields are present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Following rules (e.g., CGPA between 0–10)</a:t>
            </a:r>
          </a:p>
          <a:p>
            <a:pPr>
              <a:buNone/>
            </a:pPr>
            <a:r>
              <a:rPr lang="en-IN" dirty="0"/>
              <a:t>Using libraries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ZOD</a:t>
            </a:r>
            <a:r>
              <a:rPr lang="en-IN" dirty="0"/>
              <a:t> (commonly used in TS/JS projects)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JOI</a:t>
            </a:r>
            <a:r>
              <a:rPr lang="en-IN" dirty="0"/>
              <a:t> (Node.js validation library)</a:t>
            </a:r>
          </a:p>
          <a:p>
            <a:pPr>
              <a:buNone/>
            </a:pPr>
            <a:r>
              <a:rPr lang="en-IN" dirty="0"/>
              <a:t>Example validation rule (Zod):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</a:rPr>
              <a:t>EducationSchema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z.object</a:t>
            </a:r>
            <a:r>
              <a:rPr lang="en-IN" dirty="0">
                <a:latin typeface="Courier New" panose="02070309020205020404" pitchFamily="49" charset="0"/>
              </a:rPr>
              <a:t>({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degree: </a:t>
            </a:r>
            <a:r>
              <a:rPr lang="en-IN" dirty="0" err="1">
                <a:latin typeface="Courier New" panose="02070309020205020404" pitchFamily="49" charset="0"/>
              </a:rPr>
              <a:t>z.string</a:t>
            </a:r>
            <a:r>
              <a:rPr lang="en-IN" dirty="0">
                <a:latin typeface="Courier New" panose="02070309020205020404" pitchFamily="49" charset="0"/>
              </a:rPr>
              <a:t>(),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specialization: </a:t>
            </a:r>
            <a:r>
              <a:rPr lang="en-IN" dirty="0" err="1">
                <a:latin typeface="Courier New" panose="02070309020205020404" pitchFamily="49" charset="0"/>
              </a:rPr>
              <a:t>z.string</a:t>
            </a:r>
            <a:r>
              <a:rPr lang="en-IN" dirty="0">
                <a:latin typeface="Courier New" panose="02070309020205020404" pitchFamily="49" charset="0"/>
              </a:rPr>
              <a:t>(),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cgpa</a:t>
            </a:r>
            <a:r>
              <a:rPr lang="en-IN" dirty="0">
                <a:latin typeface="Courier New" panose="02070309020205020404" pitchFamily="49" charset="0"/>
              </a:rPr>
              <a:t>: </a:t>
            </a:r>
            <a:r>
              <a:rPr lang="en-IN" dirty="0" err="1">
                <a:latin typeface="Courier New" panose="02070309020205020404" pitchFamily="49" charset="0"/>
              </a:rPr>
              <a:t>z.number</a:t>
            </a:r>
            <a:r>
              <a:rPr lang="en-IN" dirty="0">
                <a:latin typeface="Courier New" panose="02070309020205020404" pitchFamily="49" charset="0"/>
              </a:rPr>
              <a:t>().min(0).max(10),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yearOfGraduation</a:t>
            </a:r>
            <a:r>
              <a:rPr lang="en-IN" dirty="0">
                <a:latin typeface="Courier New" panose="02070309020205020404" pitchFamily="49" charset="0"/>
              </a:rPr>
              <a:t>: </a:t>
            </a:r>
            <a:r>
              <a:rPr lang="en-IN" dirty="0" err="1">
                <a:latin typeface="Courier New" panose="02070309020205020404" pitchFamily="49" charset="0"/>
              </a:rPr>
              <a:t>z.number</a:t>
            </a:r>
            <a:r>
              <a:rPr lang="en-IN" dirty="0">
                <a:latin typeface="Courier New" panose="02070309020205020404" pitchFamily="49" charset="0"/>
              </a:rPr>
              <a:t>().int(),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r>
              <a:rPr lang="en-IN" dirty="0"/>
              <a:t>If validation fails → backend returns an error instead of saving invalid data.</a:t>
            </a:r>
          </a:p>
        </p:txBody>
      </p:sp>
    </p:spTree>
    <p:extLst>
      <p:ext uri="{BB962C8B-B14F-4D97-AF65-F5344CB8AC3E}">
        <p14:creationId xmlns:p14="http://schemas.microsoft.com/office/powerpoint/2010/main" val="1609848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0BE7D7-4FE7-40A4-EF20-1534B276FAB0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Hands-On (During Session)</a:t>
            </a:r>
          </a:p>
          <a:p>
            <a:pPr>
              <a:buNone/>
            </a:pPr>
            <a:r>
              <a:rPr lang="en-IN" dirty="0"/>
              <a:t>Students will:</a:t>
            </a:r>
          </a:p>
          <a:p>
            <a:pPr>
              <a:buNone/>
            </a:pPr>
            <a:r>
              <a:rPr lang="en-IN" b="1" dirty="0"/>
              <a:t>1. Create API Endpoint: </a:t>
            </a:r>
            <a:r>
              <a:rPr lang="en-IN" b="1" dirty="0">
                <a:latin typeface="Courier New" panose="02070309020205020404" pitchFamily="49" charset="0"/>
              </a:rPr>
              <a:t>/education/add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Method: </a:t>
            </a:r>
            <a:r>
              <a:rPr lang="en-IN" b="1" dirty="0"/>
              <a:t>POST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Input: Education details (degree, specialization, CGPA,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Backend validates using Zod/Joi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valid → store in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invalid → return error message</a:t>
            </a:r>
          </a:p>
          <a:p>
            <a:pPr>
              <a:buNone/>
            </a:pPr>
            <a:r>
              <a:rPr lang="en-IN" b="1" dirty="0"/>
              <a:t>2. Connect Frontend to Backend</a:t>
            </a:r>
          </a:p>
          <a:p>
            <a:pPr>
              <a:buNone/>
            </a:pPr>
            <a:r>
              <a:rPr lang="en-IN" dirty="0"/>
              <a:t>Frontend should call: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POST /education/add</a:t>
            </a:r>
          </a:p>
          <a:p>
            <a:pPr>
              <a:buNone/>
            </a:pPr>
            <a:r>
              <a:rPr lang="en-IN" dirty="0"/>
              <a:t>and send the form data through fetch/</a:t>
            </a:r>
            <a:r>
              <a:rPr lang="en-IN" dirty="0" err="1"/>
              <a:t>axios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2968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DC9C72-77F7-A3B0-5A50-EBCAC8B90154}"/>
              </a:ext>
            </a:extLst>
          </p:cNvPr>
          <p:cNvSpPr txBox="1"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Task (To Be Completed by Students)</a:t>
            </a:r>
          </a:p>
          <a:p>
            <a:pPr>
              <a:buNone/>
            </a:pPr>
            <a:r>
              <a:rPr lang="en-US" b="1" dirty="0"/>
              <a:t>✅ Day 4 Task: Implement the Education Submission API</a:t>
            </a:r>
          </a:p>
          <a:p>
            <a:pPr>
              <a:buNone/>
            </a:pPr>
            <a:r>
              <a:rPr lang="en-US" dirty="0"/>
              <a:t>Each student must: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the backend API route:</a:t>
            </a:r>
          </a:p>
          <a:p>
            <a:pPr rtl="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POST /education/add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Apply schema validation (Zod/Joi) for: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Degree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Specialization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CGPA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Year of graduation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From the frontend, submit the education form data to this API.</a:t>
            </a:r>
          </a:p>
          <a:p>
            <a:pPr>
              <a:buFont typeface="+mj-lt"/>
              <a:buAutoNum type="arabicPeriod"/>
            </a:pPr>
            <a:r>
              <a:rPr lang="en-US" dirty="0"/>
              <a:t>Display the response (success or error) on the frontend UI.</a:t>
            </a:r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API successfully accepts valid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Returns clean JSON response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Invalid inputs are rejected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is saved into user profile</a:t>
            </a:r>
          </a:p>
        </p:txBody>
      </p:sp>
    </p:spTree>
    <p:extLst>
      <p:ext uri="{BB962C8B-B14F-4D97-AF65-F5344CB8AC3E}">
        <p14:creationId xmlns:p14="http://schemas.microsoft.com/office/powerpoint/2010/main" val="1435888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1B1AB9-A5CC-6E18-E0A2-F864B8243E63}"/>
              </a:ext>
            </a:extLst>
          </p:cNvPr>
          <p:cNvSpPr txBox="1"/>
          <p:nvPr/>
        </p:nvSpPr>
        <p:spPr>
          <a:xfrm>
            <a:off x="3048000" y="130534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5 — Database Schema + Storing User Education Data</a:t>
            </a:r>
          </a:p>
          <a:p>
            <a:pPr>
              <a:buNone/>
            </a:pPr>
            <a:r>
              <a:rPr lang="en-IN" b="1" dirty="0"/>
              <a:t>Theory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How education data fits into user profile schema.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 fields: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user_id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degree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specialization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CGPA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year_of_graduation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certifications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Importance of relational data (User ↔ Education table).</a:t>
            </a:r>
          </a:p>
          <a:p>
            <a:pPr>
              <a:buNone/>
            </a:pPr>
            <a:r>
              <a:rPr lang="en-IN" b="1" dirty="0"/>
              <a:t>Hands-on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DB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Save incoming data from API.</a:t>
            </a:r>
          </a:p>
          <a:p>
            <a:pPr>
              <a:buNone/>
            </a:pPr>
            <a:r>
              <a:rPr lang="en-IN" b="1" dirty="0"/>
              <a:t>Outcome:</a:t>
            </a:r>
            <a:r>
              <a:rPr lang="en-IN" dirty="0"/>
              <a:t> Data stored securely.</a:t>
            </a:r>
          </a:p>
        </p:txBody>
      </p:sp>
    </p:spTree>
    <p:extLst>
      <p:ext uri="{BB962C8B-B14F-4D97-AF65-F5344CB8AC3E}">
        <p14:creationId xmlns:p14="http://schemas.microsoft.com/office/powerpoint/2010/main" val="1291115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3207E7-5E9A-787B-25C5-2BBBFFC44EE3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How Education Data Fits Into the User Profile Schema</a:t>
            </a:r>
          </a:p>
          <a:p>
            <a:pPr>
              <a:buNone/>
            </a:pPr>
            <a:r>
              <a:rPr lang="en-US" dirty="0"/>
              <a:t>User profiles typically contain: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Basic information (name, email)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Authentication data (password hash, role)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Education details</a:t>
            </a:r>
            <a:r>
              <a:rPr lang="en-US" dirty="0"/>
              <a:t> (degree, specialization, CGPA, etc.)</a:t>
            </a:r>
          </a:p>
          <a:p>
            <a:pPr>
              <a:buNone/>
            </a:pPr>
            <a:r>
              <a:rPr lang="en-US" dirty="0"/>
              <a:t>Instead of mixing everything into one table, we store education details in a </a:t>
            </a:r>
            <a:r>
              <a:rPr lang="en-US" b="1" dirty="0"/>
              <a:t>separate Education table</a:t>
            </a:r>
            <a:r>
              <a:rPr lang="en-US" dirty="0"/>
              <a:t>, linked to the User table.</a:t>
            </a:r>
          </a:p>
          <a:p>
            <a:pPr>
              <a:buNone/>
            </a:pPr>
            <a:r>
              <a:rPr lang="en-US" dirty="0"/>
              <a:t>This makes the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query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Cleaner for future features (prediction history, multiple degrees, etc.)</a:t>
            </a:r>
          </a:p>
        </p:txBody>
      </p:sp>
    </p:spTree>
    <p:extLst>
      <p:ext uri="{BB962C8B-B14F-4D97-AF65-F5344CB8AC3E}">
        <p14:creationId xmlns:p14="http://schemas.microsoft.com/office/powerpoint/2010/main" val="1208706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DC60F0-5964-36F2-DE51-4667BCB9D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06" y="413916"/>
            <a:ext cx="6544588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897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27D17C-F181-39F4-CBCA-84E787CE2DAD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Example SQL table structure: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CREATE TABLE education (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id INT PRIMARY KEY AUTO_INCREMENT,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user_id</a:t>
            </a:r>
            <a:r>
              <a:rPr lang="en-IN" dirty="0">
                <a:latin typeface="Courier New" panose="02070309020205020404" pitchFamily="49" charset="0"/>
              </a:rPr>
              <a:t> INT NOT NULL,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degree VARCHAR(100),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specialization VARCHAR(100),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cgpa</a:t>
            </a:r>
            <a:r>
              <a:rPr lang="en-IN" dirty="0">
                <a:latin typeface="Courier New" panose="02070309020205020404" pitchFamily="49" charset="0"/>
              </a:rPr>
              <a:t> DECIMAL(3,1),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year_of_graduation</a:t>
            </a:r>
            <a:r>
              <a:rPr lang="en-IN" dirty="0">
                <a:latin typeface="Courier New" panose="02070309020205020404" pitchFamily="49" charset="0"/>
              </a:rPr>
              <a:t> INT,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certifications TEXT,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FOREIGN KEY (</a:t>
            </a:r>
            <a:r>
              <a:rPr lang="en-IN" dirty="0" err="1">
                <a:latin typeface="Courier New" panose="02070309020205020404" pitchFamily="49" charset="0"/>
              </a:rPr>
              <a:t>user_id</a:t>
            </a:r>
            <a:r>
              <a:rPr lang="en-IN" dirty="0">
                <a:latin typeface="Courier New" panose="02070309020205020404" pitchFamily="49" charset="0"/>
              </a:rPr>
              <a:t>) REFERENCES users(id)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541741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3B276FA-9C4D-1BDD-301C-9CA81FD857D8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Importance of Relational Data (User ↔ Education Table)</a:t>
            </a:r>
          </a:p>
          <a:p>
            <a:pPr>
              <a:buNone/>
            </a:pPr>
            <a:r>
              <a:rPr lang="en-US" dirty="0"/>
              <a:t>Using relational database design: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One User</a:t>
            </a:r>
            <a:r>
              <a:rPr lang="en-US" dirty="0"/>
              <a:t> → </a:t>
            </a:r>
            <a:r>
              <a:rPr lang="en-US" b="1" dirty="0"/>
              <a:t>Many Education Records</a:t>
            </a:r>
            <a:r>
              <a:rPr lang="en-US" dirty="0"/>
              <a:t> (if needed)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separation of concerns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joins for API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for analytics and ML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Flexible structure if a user adds multiple educational qualifications later</a:t>
            </a:r>
          </a:p>
          <a:p>
            <a:pPr>
              <a:buNone/>
            </a:pPr>
            <a:r>
              <a:rPr lang="en-US" dirty="0"/>
              <a:t>This is the standard database pattern for user-linked attributes.</a:t>
            </a:r>
          </a:p>
        </p:txBody>
      </p:sp>
    </p:spTree>
    <p:extLst>
      <p:ext uri="{BB962C8B-B14F-4D97-AF65-F5344CB8AC3E}">
        <p14:creationId xmlns:p14="http://schemas.microsoft.com/office/powerpoint/2010/main" val="993669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700FFE-EC1D-6E22-2E34-DCDAAC2B5FBF}"/>
              </a:ext>
            </a:extLst>
          </p:cNvPr>
          <p:cNvSpPr txBox="1"/>
          <p:nvPr/>
        </p:nvSpPr>
        <p:spPr>
          <a:xfrm>
            <a:off x="3048000" y="751344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Hands-On (During Session)</a:t>
            </a:r>
          </a:p>
          <a:p>
            <a:pPr>
              <a:buNone/>
            </a:pPr>
            <a:r>
              <a:rPr lang="en-IN" dirty="0"/>
              <a:t>Students will perform:</a:t>
            </a:r>
          </a:p>
          <a:p>
            <a:pPr>
              <a:buNone/>
            </a:pPr>
            <a:r>
              <a:rPr lang="en-IN" b="1" dirty="0"/>
              <a:t>1. Implement the Database Model</a:t>
            </a:r>
          </a:p>
          <a:p>
            <a:pPr>
              <a:buNone/>
            </a:pPr>
            <a:r>
              <a:rPr lang="en-IN" dirty="0"/>
              <a:t>Depending on the stack (SQL/Prisma/</a:t>
            </a:r>
            <a:r>
              <a:rPr lang="en-IN" dirty="0" err="1"/>
              <a:t>Sequelize</a:t>
            </a:r>
            <a:r>
              <a:rPr lang="en-IN" dirty="0"/>
              <a:t>/Mongoose), create an Education schema with fields listed above.</a:t>
            </a:r>
          </a:p>
          <a:p>
            <a:pPr>
              <a:buNone/>
            </a:pPr>
            <a:r>
              <a:rPr lang="en-IN" dirty="0"/>
              <a:t>Example (Prisma Schema):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model Education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id                Int     @id @default(autoincrement())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degree            String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specialization    String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cgpa</a:t>
            </a:r>
            <a:r>
              <a:rPr lang="en-IN" dirty="0">
                <a:latin typeface="Courier New" panose="02070309020205020404" pitchFamily="49" charset="0"/>
              </a:rPr>
              <a:t>              Float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year_of_graduation</a:t>
            </a:r>
            <a:r>
              <a:rPr lang="en-IN" dirty="0">
                <a:latin typeface="Courier New" panose="02070309020205020404" pitchFamily="49" charset="0"/>
              </a:rPr>
              <a:t> Int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certifications    String?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user              </a:t>
            </a:r>
            <a:r>
              <a:rPr lang="en-IN" dirty="0" err="1">
                <a:latin typeface="Courier New" panose="02070309020205020404" pitchFamily="49" charset="0"/>
              </a:rPr>
              <a:t>User</a:t>
            </a:r>
            <a:r>
              <a:rPr lang="en-IN" dirty="0">
                <a:latin typeface="Courier New" panose="02070309020205020404" pitchFamily="49" charset="0"/>
              </a:rPr>
              <a:t>    @relation(fields: [</a:t>
            </a:r>
            <a:r>
              <a:rPr lang="en-IN" dirty="0" err="1">
                <a:latin typeface="Courier New" panose="02070309020205020404" pitchFamily="49" charset="0"/>
              </a:rPr>
              <a:t>user_id</a:t>
            </a:r>
            <a:r>
              <a:rPr lang="en-IN" dirty="0">
                <a:latin typeface="Courier New" panose="02070309020205020404" pitchFamily="49" charset="0"/>
              </a:rPr>
              <a:t>], references: [id])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user_id</a:t>
            </a:r>
            <a:r>
              <a:rPr lang="en-IN" dirty="0">
                <a:latin typeface="Courier New" panose="02070309020205020404" pitchFamily="49" charset="0"/>
              </a:rPr>
              <a:t>           Int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1019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0347F5-C457-23BA-A769-4ECEE464DD8F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Save Incoming Data From the </a:t>
            </a:r>
            <a:r>
              <a:rPr lang="en-US" b="1" dirty="0">
                <a:latin typeface="Courier New" panose="02070309020205020404" pitchFamily="49" charset="0"/>
              </a:rPr>
              <a:t>/education/add</a:t>
            </a:r>
            <a:r>
              <a:rPr lang="en-US" b="1" dirty="0"/>
              <a:t>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Receive validated data from the 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Insert a new row into the Education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Link it with the authenticated user's ID</a:t>
            </a:r>
          </a:p>
          <a:p>
            <a:pPr>
              <a:buNone/>
            </a:pPr>
            <a:r>
              <a:rPr lang="en-US" dirty="0"/>
              <a:t>Example flow: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Frontend → API → Validate → DB Insert → Success Response</a:t>
            </a:r>
          </a:p>
          <a:p>
            <a:pPr>
              <a:buNone/>
            </a:pPr>
            <a:r>
              <a:rPr lang="en-US" dirty="0"/>
              <a:t>Outcome:</a:t>
            </a:r>
            <a:br>
              <a:rPr lang="en-US" dirty="0"/>
            </a:br>
            <a:r>
              <a:rPr lang="en-US" dirty="0"/>
              <a:t>Education details are securely stored and tied to the correct user.</a:t>
            </a:r>
          </a:p>
        </p:txBody>
      </p:sp>
    </p:spTree>
    <p:extLst>
      <p:ext uri="{BB962C8B-B14F-4D97-AF65-F5344CB8AC3E}">
        <p14:creationId xmlns:p14="http://schemas.microsoft.com/office/powerpoint/2010/main" val="3989742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333FB9-320E-C7AA-B49D-41A3889C4C3A}"/>
              </a:ext>
            </a:extLst>
          </p:cNvPr>
          <p:cNvSpPr txBox="1"/>
          <p:nvPr/>
        </p:nvSpPr>
        <p:spPr>
          <a:xfrm>
            <a:off x="3048000" y="1166843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Task (To Be Completed by Students)</a:t>
            </a:r>
          </a:p>
          <a:p>
            <a:pPr>
              <a:buNone/>
            </a:pPr>
            <a:r>
              <a:rPr lang="en-US" b="1" dirty="0"/>
              <a:t>✅ Day 5 Task: Create &amp; Integrate the Education Model</a:t>
            </a:r>
          </a:p>
          <a:p>
            <a:pPr>
              <a:buNone/>
            </a:pPr>
            <a:r>
              <a:rPr lang="en-US" dirty="0"/>
              <a:t>Students must: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database schema/table for storing education details.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fields: </a:t>
            </a:r>
            <a:r>
              <a:rPr lang="en-US" dirty="0" err="1"/>
              <a:t>user_id</a:t>
            </a:r>
            <a:r>
              <a:rPr lang="en-US" dirty="0"/>
              <a:t>, degree, specialization, CGPA, </a:t>
            </a:r>
            <a:r>
              <a:rPr lang="en-US" dirty="0" err="1"/>
              <a:t>year_of_graduation</a:t>
            </a:r>
            <a:r>
              <a:rPr lang="en-US" dirty="0"/>
              <a:t>, certifications.</a:t>
            </a:r>
          </a:p>
          <a:p>
            <a:pPr>
              <a:buFont typeface="+mj-lt"/>
              <a:buAutoNum type="arabicPeriod"/>
            </a:pPr>
            <a:r>
              <a:rPr lang="en-US" dirty="0"/>
              <a:t>Connect the schema/model to the existing User model.</a:t>
            </a:r>
          </a:p>
          <a:p>
            <a:pPr>
              <a:buFont typeface="+mj-lt"/>
              <a:buAutoNum type="arabicPeriod"/>
            </a:pPr>
            <a:r>
              <a:rPr lang="en-US" dirty="0"/>
              <a:t>Modify the </a:t>
            </a:r>
            <a:r>
              <a:rPr lang="en-US" dirty="0">
                <a:latin typeface="Courier New" panose="02070309020205020404" pitchFamily="49" charset="0"/>
              </a:rPr>
              <a:t>/education/add</a:t>
            </a:r>
            <a:r>
              <a:rPr lang="en-US" dirty="0"/>
              <a:t> API to: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Insert received data into the Education table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Return a success response</a:t>
            </a:r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is saved securely in the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Linked correctly to the user through </a:t>
            </a:r>
            <a:r>
              <a:rPr lang="en-US" dirty="0" err="1">
                <a:latin typeface="Courier New" panose="02070309020205020404" pitchFamily="49" charset="0"/>
              </a:rPr>
              <a:t>user_id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errors in DB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Verified through database inspection tools (MySQL/PostgreSQL/Prisma Studio)</a:t>
            </a:r>
          </a:p>
        </p:txBody>
      </p:sp>
    </p:spTree>
    <p:extLst>
      <p:ext uri="{BB962C8B-B14F-4D97-AF65-F5344CB8AC3E}">
        <p14:creationId xmlns:p14="http://schemas.microsoft.com/office/powerpoint/2010/main" val="19190050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71C59F-8EAA-8EB9-DE30-E49AD5C03BCD}"/>
              </a:ext>
            </a:extLst>
          </p:cNvPr>
          <p:cNvSpPr txBox="1"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📅 Week 2 — Preprocessing + Pipeline + Testing</a:t>
            </a:r>
          </a:p>
          <a:p>
            <a:pPr>
              <a:buNone/>
            </a:pPr>
            <a:r>
              <a:rPr lang="en-IN" b="1" dirty="0"/>
              <a:t>Day 6 — Introduction to Preprocessing Pipeline</a:t>
            </a:r>
          </a:p>
          <a:p>
            <a:pPr>
              <a:buNone/>
            </a:pPr>
            <a:r>
              <a:rPr lang="en-IN" b="1" dirty="0"/>
              <a:t>Theory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What preprocessing is required </a:t>
            </a:r>
            <a:r>
              <a:rPr lang="en-IN" i="1" dirty="0"/>
              <a:t>before</a:t>
            </a:r>
            <a:r>
              <a:rPr lang="en-IN" dirty="0"/>
              <a:t> ML model prediction: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Categorical Encoding (degree, specialization → numbers)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Normalization (CGPA values)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Handling missing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consistency checks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One-Hot Encoding vs Label Encoding.</a:t>
            </a:r>
          </a:p>
          <a:p>
            <a:pPr>
              <a:buNone/>
            </a:pPr>
            <a:r>
              <a:rPr lang="en-IN" b="1" dirty="0"/>
              <a:t>Hands-on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Build preprocessing functions.</a:t>
            </a:r>
          </a:p>
          <a:p>
            <a:pPr>
              <a:buNone/>
            </a:pPr>
            <a:r>
              <a:rPr lang="en-IN" b="1" dirty="0"/>
              <a:t>Outcome:</a:t>
            </a:r>
            <a:r>
              <a:rPr lang="en-IN" dirty="0"/>
              <a:t> Students can convert raw input to ML-ready format</a:t>
            </a:r>
          </a:p>
        </p:txBody>
      </p:sp>
    </p:spTree>
    <p:extLst>
      <p:ext uri="{BB962C8B-B14F-4D97-AF65-F5344CB8AC3E}">
        <p14:creationId xmlns:p14="http://schemas.microsoft.com/office/powerpoint/2010/main" val="3972333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3DB0F1-7EAC-90F8-ABB3-4FB589DB8F05}"/>
              </a:ext>
            </a:extLst>
          </p:cNvPr>
          <p:cNvSpPr txBox="1"/>
          <p:nvPr/>
        </p:nvSpPr>
        <p:spPr>
          <a:xfrm>
            <a:off x="3048000" y="227483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What Preprocessing Is Required Before ML Prediction?</a:t>
            </a:r>
          </a:p>
          <a:p>
            <a:r>
              <a:rPr lang="en-IN" dirty="0"/>
              <a:t>Before sending education data to the ML model, raw user input must be transformed into </a:t>
            </a:r>
            <a:r>
              <a:rPr lang="en-IN" b="1" dirty="0"/>
              <a:t>machine-readable numerical format</a:t>
            </a:r>
            <a:r>
              <a:rPr lang="en-IN" dirty="0"/>
              <a:t>.</a:t>
            </a:r>
          </a:p>
          <a:p>
            <a:r>
              <a:rPr lang="en-IN" b="1" dirty="0"/>
              <a:t>a) Categorical Encoding</a:t>
            </a:r>
          </a:p>
          <a:p>
            <a:r>
              <a:rPr lang="en-IN" dirty="0"/>
              <a:t>Convert categories → numbers</a:t>
            </a:r>
            <a:br>
              <a:rPr lang="en-IN" dirty="0"/>
            </a:br>
            <a:r>
              <a:rPr lang="en-IN" dirty="0"/>
              <a:t>Examples:</a:t>
            </a:r>
          </a:p>
          <a:p>
            <a:r>
              <a:rPr lang="en-IN" dirty="0"/>
              <a:t>Degree: </a:t>
            </a:r>
            <a:r>
              <a:rPr lang="en-IN" dirty="0" err="1"/>
              <a:t>B.Tech</a:t>
            </a:r>
            <a:r>
              <a:rPr lang="en-IN" dirty="0"/>
              <a:t> → 0, </a:t>
            </a:r>
            <a:r>
              <a:rPr lang="en-IN" dirty="0" err="1"/>
              <a:t>M.Tech</a:t>
            </a:r>
            <a:r>
              <a:rPr lang="en-IN" dirty="0"/>
              <a:t> → 1, MBA → 2</a:t>
            </a:r>
          </a:p>
          <a:p>
            <a:r>
              <a:rPr lang="en-IN" dirty="0"/>
              <a:t>Specialization: CSE → 0, ECE → 1, Mechanical → 2</a:t>
            </a:r>
          </a:p>
          <a:p>
            <a:r>
              <a:rPr lang="en-IN" dirty="0"/>
              <a:t>Methods:</a:t>
            </a:r>
          </a:p>
          <a:p>
            <a:r>
              <a:rPr lang="en-IN" b="1" dirty="0"/>
              <a:t>Label Encoding</a:t>
            </a:r>
            <a:endParaRPr lang="en-IN" dirty="0"/>
          </a:p>
          <a:p>
            <a:r>
              <a:rPr lang="en-IN" b="1" dirty="0"/>
              <a:t>One-Hot Encoding</a:t>
            </a:r>
            <a:endParaRPr lang="en-IN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12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568E4F-1798-4476-4597-EEF576E99B66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b) Normalization (CGPA)</a:t>
            </a:r>
          </a:p>
          <a:p>
            <a:pPr>
              <a:buNone/>
            </a:pPr>
            <a:r>
              <a:rPr lang="en-US" dirty="0"/>
              <a:t>CGPA values must be scaled to a range (0–1).</a:t>
            </a:r>
            <a:br>
              <a:rPr lang="en-US" dirty="0"/>
            </a:br>
            <a:r>
              <a:rPr lang="en-US" dirty="0"/>
              <a:t>Example formula: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normalized_cgpa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cgpa</a:t>
            </a:r>
            <a:r>
              <a:rPr lang="en-US" dirty="0">
                <a:latin typeface="Courier New" panose="02070309020205020404" pitchFamily="49" charset="0"/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368571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8FBB01-CA86-335E-82A9-29D0A8998D0B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c) Handling Missing Data</a:t>
            </a:r>
          </a:p>
          <a:p>
            <a:pPr>
              <a:buNone/>
            </a:pPr>
            <a:r>
              <a:rPr lang="en-US" dirty="0"/>
              <a:t>If user leaves fields empty: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Replace with default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 mark as “Unknown”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 skip incomplete entries</a:t>
            </a:r>
          </a:p>
          <a:p>
            <a:pPr>
              <a:buNone/>
            </a:pPr>
            <a:r>
              <a:rPr lang="en-US" b="1" dirty="0"/>
              <a:t>d) Data Consistency Checks</a:t>
            </a:r>
          </a:p>
          <a:p>
            <a:pPr>
              <a:buNone/>
            </a:pPr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CGPA must be within 0–10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Year of graduation must be numeric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Degree and specialization must match valid lists</a:t>
            </a:r>
          </a:p>
        </p:txBody>
      </p:sp>
    </p:spTree>
    <p:extLst>
      <p:ext uri="{BB962C8B-B14F-4D97-AF65-F5344CB8AC3E}">
        <p14:creationId xmlns:p14="http://schemas.microsoft.com/office/powerpoint/2010/main" val="16503773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6E4C69-9B07-CE86-910E-EA5B25130731}"/>
              </a:ext>
            </a:extLst>
          </p:cNvPr>
          <p:cNvSpPr txBox="1"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Hands-On (During Session)</a:t>
            </a:r>
          </a:p>
          <a:p>
            <a:pPr>
              <a:buNone/>
            </a:pPr>
            <a:r>
              <a:rPr lang="en-IN" dirty="0"/>
              <a:t>Students will:</a:t>
            </a:r>
          </a:p>
          <a:p>
            <a:pPr>
              <a:buFont typeface="+mj-lt"/>
              <a:buAutoNum type="arabicPeriod"/>
            </a:pPr>
            <a:r>
              <a:rPr lang="en-IN" dirty="0"/>
              <a:t>Build preprocessing functions for: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Encoding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Normalization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Missing value handling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Validations</a:t>
            </a:r>
          </a:p>
          <a:p>
            <a:pPr>
              <a:buFont typeface="+mj-lt"/>
              <a:buAutoNum type="arabicPeriod"/>
            </a:pPr>
            <a:r>
              <a:rPr lang="en-IN" dirty="0"/>
              <a:t>Test preprocessing on sample inputs.</a:t>
            </a:r>
          </a:p>
          <a:p>
            <a:pPr>
              <a:buNone/>
            </a:pPr>
            <a:r>
              <a:rPr lang="en-IN" dirty="0"/>
              <a:t>Example function: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def preprocess(data):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encoded_degree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degree_map</a:t>
            </a:r>
            <a:r>
              <a:rPr lang="en-IN" dirty="0">
                <a:latin typeface="Courier New" panose="02070309020205020404" pitchFamily="49" charset="0"/>
              </a:rPr>
              <a:t>[data["degree"]]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encoded_spec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spec_map</a:t>
            </a:r>
            <a:r>
              <a:rPr lang="en-IN" dirty="0">
                <a:latin typeface="Courier New" panose="02070309020205020404" pitchFamily="49" charset="0"/>
              </a:rPr>
              <a:t>[data["specialization"]]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cgpa_norm</a:t>
            </a:r>
            <a:r>
              <a:rPr lang="en-IN" dirty="0">
                <a:latin typeface="Courier New" panose="02070309020205020404" pitchFamily="49" charset="0"/>
              </a:rPr>
              <a:t> = data["</a:t>
            </a:r>
            <a:r>
              <a:rPr lang="en-IN" dirty="0" err="1">
                <a:latin typeface="Courier New" panose="02070309020205020404" pitchFamily="49" charset="0"/>
              </a:rPr>
              <a:t>cgpa</a:t>
            </a:r>
            <a:r>
              <a:rPr lang="en-IN" dirty="0">
                <a:latin typeface="Courier New" panose="02070309020205020404" pitchFamily="49" charset="0"/>
              </a:rPr>
              <a:t>"] / 10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return [</a:t>
            </a:r>
            <a:r>
              <a:rPr lang="en-IN" dirty="0" err="1">
                <a:latin typeface="Courier New" panose="02070309020205020404" pitchFamily="49" charset="0"/>
              </a:rPr>
              <a:t>encoded_degree</a:t>
            </a:r>
            <a:r>
              <a:rPr lang="en-IN" dirty="0">
                <a:latin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</a:rPr>
              <a:t>encoded_spec</a:t>
            </a:r>
            <a:r>
              <a:rPr lang="en-IN" dirty="0">
                <a:latin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</a:rPr>
              <a:t>cgpa_norm</a:t>
            </a:r>
            <a:r>
              <a:rPr lang="en-IN" dirty="0">
                <a:latin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959680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00392-C6D2-908C-9BC3-0CF0A517A740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Task (To Be Completed by Students)</a:t>
            </a:r>
          </a:p>
          <a:p>
            <a:pPr>
              <a:buNone/>
            </a:pPr>
            <a:r>
              <a:rPr lang="en-IN" b="1" dirty="0"/>
              <a:t>✅ Day 6 Task: Build Preprocessing Scripts</a:t>
            </a:r>
          </a:p>
          <a:p>
            <a:pPr>
              <a:buNone/>
            </a:pPr>
            <a:r>
              <a:rPr lang="en-IN" dirty="0"/>
              <a:t>Each student must:</a:t>
            </a:r>
          </a:p>
          <a:p>
            <a:pPr>
              <a:buFont typeface="+mj-lt"/>
              <a:buAutoNum type="arabicPeriod"/>
            </a:pPr>
            <a:r>
              <a:rPr lang="en-IN" dirty="0"/>
              <a:t>Create a preprocessing module (Python/Node).</a:t>
            </a:r>
          </a:p>
          <a:p>
            <a:pPr>
              <a:buFont typeface="+mj-lt"/>
              <a:buAutoNum type="arabicPeriod"/>
            </a:pPr>
            <a:r>
              <a:rPr lang="en-IN" dirty="0"/>
              <a:t>Implement: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Label/ One-Hot encoding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CGPA normalization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Missing value handling</a:t>
            </a:r>
          </a:p>
          <a:p>
            <a:pPr>
              <a:buFont typeface="+mj-lt"/>
              <a:buAutoNum type="arabicPeriod"/>
            </a:pPr>
            <a:r>
              <a:rPr lang="en-IN" dirty="0"/>
              <a:t>Convert the stored DB data → ML-ready format.</a:t>
            </a:r>
          </a:p>
          <a:p>
            <a:pPr>
              <a:buFont typeface="+mj-lt"/>
              <a:buAutoNum type="arabicPeriod"/>
            </a:pPr>
            <a:r>
              <a:rPr lang="en-IN" dirty="0"/>
              <a:t>Print final processed vector as output.</a:t>
            </a:r>
          </a:p>
          <a:p>
            <a:pPr>
              <a:buNone/>
            </a:pPr>
            <a:r>
              <a:rPr lang="en-IN" dirty="0"/>
              <a:t>Example output: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Processed Input: [1, 4, 0.82]</a:t>
            </a:r>
          </a:p>
        </p:txBody>
      </p:sp>
    </p:spTree>
    <p:extLst>
      <p:ext uri="{BB962C8B-B14F-4D97-AF65-F5344CB8AC3E}">
        <p14:creationId xmlns:p14="http://schemas.microsoft.com/office/powerpoint/2010/main" val="2059708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ECF073-01FB-ACFF-018A-F92E2A37DEA7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Outcome</a:t>
            </a:r>
          </a:p>
          <a:p>
            <a:pPr>
              <a:buNone/>
            </a:pPr>
            <a:r>
              <a:rPr lang="en-US" dirty="0"/>
              <a:t>✔ Students understand preprocessing workflow</a:t>
            </a:r>
            <a:br>
              <a:rPr lang="en-US" dirty="0"/>
            </a:br>
            <a:r>
              <a:rPr lang="en-US" dirty="0"/>
              <a:t>✔ Raw input → clean ML-ready numerical features</a:t>
            </a:r>
            <a:br>
              <a:rPr lang="en-US" dirty="0"/>
            </a:br>
            <a:r>
              <a:rPr lang="en-US" dirty="0"/>
              <a:t>✔ Ready for integration with ML prediction (Milestone 3)</a:t>
            </a:r>
          </a:p>
        </p:txBody>
      </p:sp>
    </p:spTree>
    <p:extLst>
      <p:ext uri="{BB962C8B-B14F-4D97-AF65-F5344CB8AC3E}">
        <p14:creationId xmlns:p14="http://schemas.microsoft.com/office/powerpoint/2010/main" val="3668330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E19DA6-0CC2-B9DD-976A-CDB7145E05E4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7 — Implementing Encoding (Degree/Specialization)</a:t>
            </a:r>
          </a:p>
          <a:p>
            <a:pPr>
              <a:buNone/>
            </a:pPr>
            <a:r>
              <a:rPr lang="en-IN" b="1" dirty="0"/>
              <a:t>Theory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Why ML models cannot accept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Label Encoding 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B.Tech</a:t>
            </a:r>
            <a:r>
              <a:rPr lang="en-IN" dirty="0"/>
              <a:t> →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M.Tech</a:t>
            </a:r>
            <a:r>
              <a:rPr lang="en-IN" dirty="0"/>
              <a:t> →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One-Hot Encoding 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Categories → separate columns.</a:t>
            </a:r>
          </a:p>
          <a:p>
            <a:pPr>
              <a:buNone/>
            </a:pPr>
            <a:r>
              <a:rPr lang="en-IN" b="1" dirty="0"/>
              <a:t>Hands-on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Encode degree, specialization, certifications.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Store encoded representation.</a:t>
            </a:r>
          </a:p>
          <a:p>
            <a:pPr>
              <a:buNone/>
            </a:pPr>
            <a:r>
              <a:rPr lang="en-IN" b="1" dirty="0"/>
              <a:t>Outcome:</a:t>
            </a:r>
            <a:r>
              <a:rPr lang="en-IN" dirty="0"/>
              <a:t> Encoded values ready for model.</a:t>
            </a:r>
          </a:p>
        </p:txBody>
      </p:sp>
    </p:spTree>
    <p:extLst>
      <p:ext uri="{BB962C8B-B14F-4D97-AF65-F5344CB8AC3E}">
        <p14:creationId xmlns:p14="http://schemas.microsoft.com/office/powerpoint/2010/main" val="35848859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3DA5C5-03F0-D914-3645-CB2D2758B793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Theory</a:t>
            </a:r>
          </a:p>
          <a:p>
            <a:pPr>
              <a:buNone/>
            </a:pPr>
            <a:r>
              <a:rPr lang="en-US" b="1" dirty="0"/>
              <a:t>1. Why ML Models Cannot Accept Text</a:t>
            </a:r>
          </a:p>
          <a:p>
            <a:pPr>
              <a:buNone/>
            </a:pPr>
            <a:r>
              <a:rPr lang="en-US" dirty="0"/>
              <a:t>ML algorithms work only with numbers.</a:t>
            </a:r>
            <a:br>
              <a:rPr lang="en-US" dirty="0"/>
            </a:br>
            <a:r>
              <a:rPr lang="en-US" dirty="0"/>
              <a:t>Text fields must be encoded to numeric format.</a:t>
            </a:r>
          </a:p>
        </p:txBody>
      </p:sp>
    </p:spTree>
    <p:extLst>
      <p:ext uri="{BB962C8B-B14F-4D97-AF65-F5344CB8AC3E}">
        <p14:creationId xmlns:p14="http://schemas.microsoft.com/office/powerpoint/2010/main" val="4951697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BDF40F-DDB3-F093-256C-D27A998F2E3E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Label Encoding (Simple Numeric Mapping)</a:t>
            </a:r>
          </a:p>
          <a:p>
            <a:pPr>
              <a:buNone/>
            </a:pPr>
            <a:r>
              <a:rPr lang="en-US" dirty="0"/>
              <a:t>Example mapping: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B.Tech</a:t>
            </a:r>
            <a:r>
              <a:rPr lang="en-US" dirty="0">
                <a:latin typeface="Courier New" panose="02070309020205020404" pitchFamily="49" charset="0"/>
              </a:rPr>
              <a:t> → 1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M.Tech</a:t>
            </a:r>
            <a:r>
              <a:rPr lang="en-US" dirty="0">
                <a:latin typeface="Courier New" panose="02070309020205020404" pitchFamily="49" charset="0"/>
              </a:rPr>
              <a:t> → 2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MBA → 3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Diploma → 4</a:t>
            </a:r>
          </a:p>
          <a:p>
            <a:pPr>
              <a:buNone/>
            </a:pPr>
            <a:r>
              <a:rPr lang="en-US" dirty="0"/>
              <a:t>Used when there is </a:t>
            </a:r>
            <a:r>
              <a:rPr lang="en-US" b="1" dirty="0"/>
              <a:t>no priority</a:t>
            </a:r>
            <a:r>
              <a:rPr lang="en-US" dirty="0"/>
              <a:t> between labels and model is robust.</a:t>
            </a:r>
          </a:p>
        </p:txBody>
      </p:sp>
    </p:spTree>
    <p:extLst>
      <p:ext uri="{BB962C8B-B14F-4D97-AF65-F5344CB8AC3E}">
        <p14:creationId xmlns:p14="http://schemas.microsoft.com/office/powerpoint/2010/main" val="9552772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E99815-248A-755E-495D-85CE6504649A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One-Hot Encoding</a:t>
            </a:r>
          </a:p>
          <a:p>
            <a:pPr>
              <a:buNone/>
            </a:pPr>
            <a:r>
              <a:rPr lang="en-US" dirty="0"/>
              <a:t>Instead of one number, create </a:t>
            </a:r>
            <a:r>
              <a:rPr lang="en-US" b="1" dirty="0"/>
              <a:t>multiple columns</a:t>
            </a:r>
            <a:r>
              <a:rPr lang="en-US" dirty="0"/>
              <a:t>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Degree_BTech</a:t>
            </a:r>
            <a:r>
              <a:rPr lang="en-US" dirty="0">
                <a:latin typeface="Courier New" panose="02070309020205020404" pitchFamily="49" charset="0"/>
              </a:rPr>
              <a:t>       → 1/0  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Degree_MTech</a:t>
            </a:r>
            <a:r>
              <a:rPr lang="en-US" dirty="0">
                <a:latin typeface="Courier New" panose="02070309020205020404" pitchFamily="49" charset="0"/>
              </a:rPr>
              <a:t>       → 1/0  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Degree_MBA</a:t>
            </a:r>
            <a:r>
              <a:rPr lang="en-US" dirty="0">
                <a:latin typeface="Courier New" panose="02070309020205020404" pitchFamily="49" charset="0"/>
              </a:rPr>
              <a:t>         → 1/0</a:t>
            </a:r>
          </a:p>
          <a:p>
            <a:pPr>
              <a:buNone/>
            </a:pPr>
            <a:r>
              <a:rPr lang="en-US" dirty="0"/>
              <a:t>Used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Categories are few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inherent ordering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ML requires independent features</a:t>
            </a:r>
          </a:p>
        </p:txBody>
      </p:sp>
    </p:spTree>
    <p:extLst>
      <p:ext uri="{BB962C8B-B14F-4D97-AF65-F5344CB8AC3E}">
        <p14:creationId xmlns:p14="http://schemas.microsoft.com/office/powerpoint/2010/main" val="4030762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B89988-76F2-42FA-F9E7-F61B9B8C5377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Encoding Certifications</a:t>
            </a:r>
          </a:p>
          <a:p>
            <a:pPr>
              <a:buNone/>
            </a:pPr>
            <a:r>
              <a:rPr lang="en-US" dirty="0"/>
              <a:t>Certifications may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(string)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(array)</a:t>
            </a:r>
          </a:p>
          <a:p>
            <a:pPr>
              <a:buNone/>
            </a:pPr>
            <a:r>
              <a:rPr lang="en-US" dirty="0"/>
              <a:t>Approach: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Map common certifications using label/one-hot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encoded array in 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 “Unknown Certification” gracefully</a:t>
            </a:r>
          </a:p>
        </p:txBody>
      </p:sp>
    </p:spTree>
    <p:extLst>
      <p:ext uri="{BB962C8B-B14F-4D97-AF65-F5344CB8AC3E}">
        <p14:creationId xmlns:p14="http://schemas.microsoft.com/office/powerpoint/2010/main" val="38552264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4B6D43-D2D1-81E2-A6FE-9D7FA1F5DA12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Hands-On</a:t>
            </a:r>
          </a:p>
          <a:p>
            <a:pPr>
              <a:buNone/>
            </a:pPr>
            <a:r>
              <a:rPr lang="en-US" dirty="0"/>
              <a:t>Students will:</a:t>
            </a:r>
          </a:p>
          <a:p>
            <a:pPr>
              <a:buFont typeface="+mj-lt"/>
              <a:buAutoNum type="arabicPeriod"/>
            </a:pPr>
            <a:r>
              <a:rPr lang="en-US" dirty="0"/>
              <a:t>Encode </a:t>
            </a:r>
            <a:r>
              <a:rPr lang="en-US" b="1" dirty="0"/>
              <a:t>degree</a:t>
            </a:r>
            <a:r>
              <a:rPr lang="en-US" dirty="0"/>
              <a:t>, </a:t>
            </a:r>
            <a:r>
              <a:rPr lang="en-US" b="1" dirty="0"/>
              <a:t>specialization</a:t>
            </a:r>
            <a:r>
              <a:rPr lang="en-US" dirty="0"/>
              <a:t>, </a:t>
            </a:r>
            <a:r>
              <a:rPr lang="en-US" b="1" dirty="0"/>
              <a:t>certifications</a:t>
            </a:r>
            <a:r>
              <a:rPr lang="en-US" dirty="0"/>
              <a:t> using label or one-hot encoding.</a:t>
            </a:r>
          </a:p>
          <a:p>
            <a:pPr>
              <a:buFont typeface="+mj-lt"/>
              <a:buAutoNum type="arabicPeriod"/>
            </a:pPr>
            <a:r>
              <a:rPr lang="en-US" dirty="0"/>
              <a:t>Save encoded representation to DB or return it to frontend.</a:t>
            </a:r>
          </a:p>
          <a:p>
            <a:pPr>
              <a:buFont typeface="+mj-lt"/>
              <a:buAutoNum type="arabicPeriod"/>
            </a:pPr>
            <a:r>
              <a:rPr lang="en-US" dirty="0"/>
              <a:t>Test encoded output with sample data.</a:t>
            </a:r>
          </a:p>
        </p:txBody>
      </p:sp>
    </p:spTree>
    <p:extLst>
      <p:ext uri="{BB962C8B-B14F-4D97-AF65-F5344CB8AC3E}">
        <p14:creationId xmlns:p14="http://schemas.microsoft.com/office/powerpoint/2010/main" val="36415561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4F6D11-2479-349C-8A0A-251AD1857964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Outcome</a:t>
            </a:r>
          </a:p>
          <a:p>
            <a:pPr>
              <a:buNone/>
            </a:pPr>
            <a:r>
              <a:rPr lang="en-IN" dirty="0"/>
              <a:t>✔ Encoded numeric values ready for ML model</a:t>
            </a:r>
            <a:br>
              <a:rPr lang="en-IN" dirty="0"/>
            </a:br>
            <a:r>
              <a:rPr lang="en-IN" dirty="0"/>
              <a:t>✔ Students understand encoding differences</a:t>
            </a:r>
            <a:br>
              <a:rPr lang="en-IN" dirty="0"/>
            </a:br>
            <a:r>
              <a:rPr lang="en-IN" dirty="0"/>
              <a:t>✔ Preprocessing pipeline updated</a:t>
            </a:r>
          </a:p>
        </p:txBody>
      </p:sp>
    </p:spTree>
    <p:extLst>
      <p:ext uri="{BB962C8B-B14F-4D97-AF65-F5344CB8AC3E}">
        <p14:creationId xmlns:p14="http://schemas.microsoft.com/office/powerpoint/2010/main" val="7663229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555661-463E-6EA1-B05B-315B7E86569F}"/>
              </a:ext>
            </a:extLst>
          </p:cNvPr>
          <p:cNvSpPr txBox="1"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8 — Normalization &amp; Missing Value Handling</a:t>
            </a:r>
          </a:p>
          <a:p>
            <a:pPr>
              <a:buNone/>
            </a:pPr>
            <a:r>
              <a:rPr lang="en-IN" b="1" dirty="0"/>
              <a:t>Theory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Why normalization matters (scale difference).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Techniques: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Min-Max Scaling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Standard Scaling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Strategies for missing values: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Fill mean/median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Category "Unknown"</a:t>
            </a:r>
          </a:p>
          <a:p>
            <a:pPr>
              <a:buNone/>
            </a:pPr>
            <a:r>
              <a:rPr lang="en-IN" b="1" dirty="0"/>
              <a:t>Hands-on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Normalize CGPA.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missing value rules.</a:t>
            </a:r>
          </a:p>
          <a:p>
            <a:pPr>
              <a:buNone/>
            </a:pPr>
            <a:r>
              <a:rPr lang="en-IN" b="1" dirty="0"/>
              <a:t>Outcome:</a:t>
            </a:r>
            <a:r>
              <a:rPr lang="en-IN" dirty="0"/>
              <a:t> Clean, normalized numeric data.</a:t>
            </a:r>
          </a:p>
        </p:txBody>
      </p:sp>
    </p:spTree>
    <p:extLst>
      <p:ext uri="{BB962C8B-B14F-4D97-AF65-F5344CB8AC3E}">
        <p14:creationId xmlns:p14="http://schemas.microsoft.com/office/powerpoint/2010/main" val="32027911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133B10-E8B6-AA0D-18B2-64BEBE519F22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Why Normalization Matters</a:t>
            </a:r>
          </a:p>
          <a:p>
            <a:pPr>
              <a:buNone/>
            </a:pPr>
            <a:r>
              <a:rPr lang="en-US" dirty="0"/>
              <a:t>ML models are sensitive to differences in data scale.</a:t>
            </a:r>
            <a:br>
              <a:rPr lang="en-US" dirty="0"/>
            </a:b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CGPA = 8.5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Year = 2024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may give unfair weight to larger numbers</a:t>
            </a:r>
          </a:p>
          <a:p>
            <a:pPr>
              <a:buNone/>
            </a:pPr>
            <a:r>
              <a:rPr lang="en-US" dirty="0"/>
              <a:t>Normalization solves this.</a:t>
            </a:r>
          </a:p>
        </p:txBody>
      </p:sp>
    </p:spTree>
    <p:extLst>
      <p:ext uri="{BB962C8B-B14F-4D97-AF65-F5344CB8AC3E}">
        <p14:creationId xmlns:p14="http://schemas.microsoft.com/office/powerpoint/2010/main" val="29101014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883921-1C9A-6558-7843-3FA4ED82ACE3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Techniques</a:t>
            </a:r>
          </a:p>
          <a:p>
            <a:pPr>
              <a:buNone/>
            </a:pPr>
            <a:r>
              <a:rPr lang="en-IN" b="1" dirty="0"/>
              <a:t>a) Min-Max Scaling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scaled = (value - min) / (max - min)</a:t>
            </a:r>
          </a:p>
          <a:p>
            <a:pPr>
              <a:buNone/>
            </a:pPr>
            <a:r>
              <a:rPr lang="en-IN" dirty="0"/>
              <a:t>Output between </a:t>
            </a:r>
            <a:r>
              <a:rPr lang="en-IN" b="1" dirty="0"/>
              <a:t>0 and 1</a:t>
            </a:r>
            <a:endParaRPr lang="en-IN" dirty="0"/>
          </a:p>
          <a:p>
            <a:pPr>
              <a:buNone/>
            </a:pPr>
            <a:r>
              <a:rPr lang="en-IN" b="1" dirty="0"/>
              <a:t>b) Standard Scaling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z = (value - mean) / std</a:t>
            </a:r>
          </a:p>
          <a:p>
            <a:pPr>
              <a:buNone/>
            </a:pPr>
            <a:r>
              <a:rPr lang="en-IN" dirty="0"/>
              <a:t>Useful for models requiring Gaussian distribution.</a:t>
            </a:r>
          </a:p>
        </p:txBody>
      </p:sp>
    </p:spTree>
    <p:extLst>
      <p:ext uri="{BB962C8B-B14F-4D97-AF65-F5344CB8AC3E}">
        <p14:creationId xmlns:p14="http://schemas.microsoft.com/office/powerpoint/2010/main" val="37556456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ACA55F-8124-2386-08B6-155FBFA5B380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Strategies for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Fill with mean/median</a:t>
            </a:r>
            <a:r>
              <a:rPr lang="en-US" dirty="0"/>
              <a:t> (for numeric: CGPA)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Fill with category “Unknown”</a:t>
            </a:r>
            <a:r>
              <a:rPr lang="en-US" dirty="0"/>
              <a:t> (for degree, specialization)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Drop row</a:t>
            </a:r>
            <a:r>
              <a:rPr lang="en-US" dirty="0"/>
              <a:t> (not preferred for user inputs)</a:t>
            </a:r>
          </a:p>
        </p:txBody>
      </p:sp>
    </p:spTree>
    <p:extLst>
      <p:ext uri="{BB962C8B-B14F-4D97-AF65-F5344CB8AC3E}">
        <p14:creationId xmlns:p14="http://schemas.microsoft.com/office/powerpoint/2010/main" val="26445845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C38289-EFCB-D979-2532-F205541304E1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Hands-On</a:t>
            </a:r>
          </a:p>
          <a:p>
            <a:pPr>
              <a:buNone/>
            </a:pPr>
            <a:r>
              <a:rPr lang="en-IN" dirty="0"/>
              <a:t>Students: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Normalize CGPA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missing value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Ensure every input results in a </a:t>
            </a:r>
            <a:r>
              <a:rPr lang="en-IN" b="1" dirty="0"/>
              <a:t>complete numeric vector</a:t>
            </a: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Outcome</a:t>
            </a:r>
          </a:p>
          <a:p>
            <a:pPr>
              <a:buNone/>
            </a:pPr>
            <a:r>
              <a:rPr lang="en-IN" dirty="0"/>
              <a:t>✔ Clean, normalized input data</a:t>
            </a:r>
            <a:br>
              <a:rPr lang="en-IN" dirty="0"/>
            </a:br>
            <a:r>
              <a:rPr lang="en-IN" dirty="0"/>
              <a:t>✔ No missing fields</a:t>
            </a:r>
            <a:br>
              <a:rPr lang="en-IN" dirty="0"/>
            </a:br>
            <a:r>
              <a:rPr lang="en-IN" dirty="0"/>
              <a:t>✔ Data ready for model prediction</a:t>
            </a:r>
          </a:p>
        </p:txBody>
      </p:sp>
    </p:spTree>
    <p:extLst>
      <p:ext uri="{BB962C8B-B14F-4D97-AF65-F5344CB8AC3E}">
        <p14:creationId xmlns:p14="http://schemas.microsoft.com/office/powerpoint/2010/main" val="18962590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3920CE-2E87-DEB8-F5F3-46971A1638B5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9 — Integrating </a:t>
            </a:r>
            <a:r>
              <a:rPr lang="en-IN" b="1" dirty="0" err="1"/>
              <a:t>Preprocessed</a:t>
            </a:r>
            <a:r>
              <a:rPr lang="en-IN" b="1" dirty="0"/>
              <a:t> Data Into User Profile</a:t>
            </a:r>
          </a:p>
          <a:p>
            <a:pPr>
              <a:buNone/>
            </a:pPr>
            <a:r>
              <a:rPr lang="en-IN" b="1" dirty="0"/>
              <a:t>Theory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Two-view model: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Raw data (for user display)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Processed data (for ML model)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Importance of storing both.</a:t>
            </a:r>
          </a:p>
          <a:p>
            <a:pPr>
              <a:buNone/>
            </a:pPr>
            <a:r>
              <a:rPr lang="en-IN" b="1" dirty="0"/>
              <a:t>Hands-on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Save both raw &amp; processed versions in DB.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Verify model-input JSON format.</a:t>
            </a:r>
          </a:p>
          <a:p>
            <a:pPr>
              <a:buNone/>
            </a:pPr>
            <a:r>
              <a:rPr lang="en-IN" b="1" dirty="0"/>
              <a:t>Outcome:</a:t>
            </a:r>
            <a:r>
              <a:rPr lang="en-IN" dirty="0"/>
              <a:t> Model-ready data stored consistently.</a:t>
            </a:r>
          </a:p>
        </p:txBody>
      </p:sp>
    </p:spTree>
    <p:extLst>
      <p:ext uri="{BB962C8B-B14F-4D97-AF65-F5344CB8AC3E}">
        <p14:creationId xmlns:p14="http://schemas.microsoft.com/office/powerpoint/2010/main" val="31318939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199016-49C0-DC34-7D70-F2C7B08B1FE2}"/>
              </a:ext>
            </a:extLst>
          </p:cNvPr>
          <p:cNvSpPr txBox="1"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Two-View Model</a:t>
            </a:r>
          </a:p>
          <a:p>
            <a:pPr>
              <a:buNone/>
            </a:pPr>
            <a:r>
              <a:rPr lang="en-US" dirty="0"/>
              <a:t>Students learn the importance of keeping </a:t>
            </a:r>
            <a:r>
              <a:rPr lang="en-US" b="1" dirty="0"/>
              <a:t>both raw and processed versions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Raw Data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For user display (profile page)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Human-readable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Editable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Processed Data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Encoded + normalized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Used only by ML model</a:t>
            </a:r>
          </a:p>
          <a:p>
            <a:pPr>
              <a:buNone/>
            </a:pPr>
            <a:r>
              <a:rPr lang="en-US" b="1" dirty="0"/>
              <a:t>Why Store Both?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sees original text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uses clean numeric vectors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Reprocessing not required every time</a:t>
            </a:r>
          </a:p>
        </p:txBody>
      </p:sp>
    </p:spTree>
    <p:extLst>
      <p:ext uri="{BB962C8B-B14F-4D97-AF65-F5344CB8AC3E}">
        <p14:creationId xmlns:p14="http://schemas.microsoft.com/office/powerpoint/2010/main" val="42653714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4DB5AF-7EFB-4813-C067-E544E29A37F2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Hands-On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Save raw data in </a:t>
            </a:r>
            <a:r>
              <a:rPr lang="en-IN" dirty="0">
                <a:latin typeface="Courier New" panose="02070309020205020404" pitchFamily="49" charset="0"/>
              </a:rPr>
              <a:t>education</a:t>
            </a:r>
            <a:r>
              <a:rPr lang="en-IN" dirty="0"/>
              <a:t>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Save processed version in </a:t>
            </a:r>
            <a:r>
              <a:rPr lang="en-IN" dirty="0" err="1">
                <a:latin typeface="Courier New" panose="02070309020205020404" pitchFamily="49" charset="0"/>
              </a:rPr>
              <a:t>education_processed</a:t>
            </a:r>
            <a:r>
              <a:rPr lang="en-IN" dirty="0"/>
              <a:t> field or separate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Validate final JSON format fed to ML model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Outcome</a:t>
            </a:r>
          </a:p>
          <a:p>
            <a:pPr>
              <a:buNone/>
            </a:pPr>
            <a:r>
              <a:rPr lang="en-IN" dirty="0"/>
              <a:t>✔ Model-ready </a:t>
            </a:r>
            <a:r>
              <a:rPr lang="en-IN" dirty="0" err="1"/>
              <a:t>preprocessed</a:t>
            </a:r>
            <a:r>
              <a:rPr lang="en-IN" dirty="0"/>
              <a:t> data stored</a:t>
            </a:r>
            <a:br>
              <a:rPr lang="en-IN" dirty="0"/>
            </a:br>
            <a:r>
              <a:rPr lang="en-IN" dirty="0"/>
              <a:t>✔ User profile displays clean raw values</a:t>
            </a:r>
            <a:br>
              <a:rPr lang="en-IN" dirty="0"/>
            </a:br>
            <a:r>
              <a:rPr lang="en-IN" dirty="0"/>
              <a:t>✔ Backend fully prepared for prediction module</a:t>
            </a:r>
          </a:p>
        </p:txBody>
      </p:sp>
    </p:spTree>
    <p:extLst>
      <p:ext uri="{BB962C8B-B14F-4D97-AF65-F5344CB8AC3E}">
        <p14:creationId xmlns:p14="http://schemas.microsoft.com/office/powerpoint/2010/main" val="3949744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3053A2-6637-7371-7619-3FD8468014AC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10 — Testing, Debugging &amp; Final Verification</a:t>
            </a:r>
          </a:p>
          <a:p>
            <a:pPr>
              <a:buNone/>
            </a:pPr>
            <a:r>
              <a:rPr lang="en-US" b="1" dirty="0"/>
              <a:t>Theory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issues in preprocessing: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Wrong encodings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Mismatched formats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to test pipelines.</a:t>
            </a:r>
          </a:p>
          <a:p>
            <a:pPr>
              <a:buNone/>
            </a:pPr>
            <a:r>
              <a:rPr lang="en-US" b="1" dirty="0"/>
              <a:t>Hands-on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3–4 different student profiles.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for errors, fix broken flows.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preparation for Milestone 3 (Job Prediction).</a:t>
            </a:r>
          </a:p>
          <a:p>
            <a:pPr>
              <a:buNone/>
            </a:pPr>
            <a:r>
              <a:rPr lang="en-US" b="1" dirty="0"/>
              <a:t>Outcome:</a:t>
            </a:r>
            <a:r>
              <a:rPr lang="en-US" dirty="0"/>
              <a:t> Milestone 2 ready for evaluation.</a:t>
            </a:r>
          </a:p>
        </p:txBody>
      </p:sp>
    </p:spTree>
    <p:extLst>
      <p:ext uri="{BB962C8B-B14F-4D97-AF65-F5344CB8AC3E}">
        <p14:creationId xmlns:p14="http://schemas.microsoft.com/office/powerpoint/2010/main" val="11054964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A108A2-47A4-22BA-D4D2-A53B899212D3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Common Preprocessing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Wrong encoding mapping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Null values sneaking 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Broken JSON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Incorrect normalization formula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Mismatched data types</a:t>
            </a:r>
          </a:p>
        </p:txBody>
      </p:sp>
    </p:spTree>
    <p:extLst>
      <p:ext uri="{BB962C8B-B14F-4D97-AF65-F5344CB8AC3E}">
        <p14:creationId xmlns:p14="http://schemas.microsoft.com/office/powerpoint/2010/main" val="17473659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BEAEC7-A3B7-EFAB-1788-1A9FE86A9E43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to Test Pipelines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3–4 test profiles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Verify encoding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processed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 through end-to-end pipeline</a:t>
            </a:r>
          </a:p>
        </p:txBody>
      </p:sp>
    </p:spTree>
    <p:extLst>
      <p:ext uri="{BB962C8B-B14F-4D97-AF65-F5344CB8AC3E}">
        <p14:creationId xmlns:p14="http://schemas.microsoft.com/office/powerpoint/2010/main" val="14583465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B2F4FE-B2F8-B532-22EE-A6805BD2D0EA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Hands-on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Test various student profiles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Debug errors in encoding/normalization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Final check before Milestone 3 (Prediction Module)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Outcome</a:t>
            </a:r>
          </a:p>
          <a:p>
            <a:pPr>
              <a:buNone/>
            </a:pPr>
            <a:r>
              <a:rPr lang="en-IN" dirty="0"/>
              <a:t>✔ Milestone 2 fully complete</a:t>
            </a:r>
            <a:br>
              <a:rPr lang="en-IN" dirty="0"/>
            </a:br>
            <a:r>
              <a:rPr lang="en-IN" dirty="0"/>
              <a:t>✔ Stable preprocessing pipeline ready for Job Prediction Model</a:t>
            </a:r>
          </a:p>
        </p:txBody>
      </p:sp>
    </p:spTree>
    <p:extLst>
      <p:ext uri="{BB962C8B-B14F-4D97-AF65-F5344CB8AC3E}">
        <p14:creationId xmlns:p14="http://schemas.microsoft.com/office/powerpoint/2010/main" val="25639304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925DB7-3201-08DC-5947-9A3863F43CF4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📌 Milestone 2 Deliverables </a:t>
            </a:r>
          </a:p>
          <a:p>
            <a:pPr>
              <a:buNone/>
            </a:pPr>
            <a:r>
              <a:rPr lang="en-IN" dirty="0"/>
              <a:t>✔ Education Input Form working</a:t>
            </a:r>
            <a:br>
              <a:rPr lang="en-IN" dirty="0"/>
            </a:br>
            <a:r>
              <a:rPr lang="en-IN" dirty="0"/>
              <a:t>✔ Frontend validation complete</a:t>
            </a:r>
            <a:br>
              <a:rPr lang="en-IN" dirty="0"/>
            </a:br>
            <a:r>
              <a:rPr lang="en-IN" dirty="0"/>
              <a:t>✔ API to submit education details</a:t>
            </a:r>
            <a:br>
              <a:rPr lang="en-IN" dirty="0"/>
            </a:br>
            <a:r>
              <a:rPr lang="en-IN" dirty="0"/>
              <a:t>✔ Database model created</a:t>
            </a:r>
            <a:br>
              <a:rPr lang="en-IN" dirty="0"/>
            </a:br>
            <a:r>
              <a:rPr lang="en-IN" dirty="0"/>
              <a:t>✔ Preprocessing: encoding + normalization</a:t>
            </a:r>
            <a:br>
              <a:rPr lang="en-IN" dirty="0"/>
            </a:br>
            <a:r>
              <a:rPr lang="en-IN" dirty="0"/>
              <a:t>✔ Clean, processed data stored in profile</a:t>
            </a:r>
            <a:br>
              <a:rPr lang="en-IN" dirty="0"/>
            </a:br>
            <a:r>
              <a:rPr lang="en-IN" dirty="0"/>
              <a:t>✔ Testing completed</a:t>
            </a:r>
          </a:p>
        </p:txBody>
      </p:sp>
    </p:spTree>
    <p:extLst>
      <p:ext uri="{BB962C8B-B14F-4D97-AF65-F5344CB8AC3E}">
        <p14:creationId xmlns:p14="http://schemas.microsoft.com/office/powerpoint/2010/main" val="12520643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C72C3E-6A0E-5B18-D1FC-78B668DD0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78" y="2009577"/>
            <a:ext cx="8373644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8352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CCD633-63FE-BBE9-9F44-A75235477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231" y="1218891"/>
            <a:ext cx="7249537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48512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5140</TotalTime>
  <Words>3605</Words>
  <Application>Microsoft Office PowerPoint</Application>
  <PresentationFormat>Widescreen</PresentationFormat>
  <Paragraphs>552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Arial</vt:lpstr>
      <vt:lpstr>Courier New</vt:lpstr>
      <vt:lpstr>Tw Cen MT</vt:lpstr>
      <vt:lpstr>Droplet</vt:lpstr>
      <vt:lpstr>Milestone 2-- Education Input &amp; Preprocessing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Yuvaraj</dc:creator>
  <cp:lastModifiedBy>Pavithra Yuvaraj</cp:lastModifiedBy>
  <cp:revision>1</cp:revision>
  <dcterms:created xsi:type="dcterms:W3CDTF">2025-11-26T07:08:06Z</dcterms:created>
  <dcterms:modified xsi:type="dcterms:W3CDTF">2025-11-30T16:48:50Z</dcterms:modified>
</cp:coreProperties>
</file>